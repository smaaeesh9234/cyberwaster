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8720DF-C876-4E25-BD67-E0FA6AE44FC9}" v="129" dt="2026-02-10T22:09:27.7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102" y="5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3.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14.svg"/><Relationship Id="rId9" Type="http://schemas.openxmlformats.org/officeDocument/2006/relationships/image" Target="../media/image3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3.png"/><Relationship Id="rId7" Type="http://schemas.openxmlformats.org/officeDocument/2006/relationships/image" Target="../media/image28.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14.svg"/><Relationship Id="rId9"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01C550-C918-4ADB-B93E-BA5E434B52E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1C791F9-64F7-429F-A142-7E63A8A89E1F}">
      <dgm:prSet/>
      <dgm:spPr/>
      <dgm:t>
        <a:bodyPr/>
        <a:lstStyle/>
        <a:p>
          <a:pPr>
            <a:lnSpc>
              <a:spcPct val="100000"/>
            </a:lnSpc>
          </a:pPr>
          <a:r>
            <a:rPr lang="en-US" dirty="0">
              <a:solidFill>
                <a:schemeClr val="tx1"/>
              </a:solidFill>
            </a:rPr>
            <a:t>This project aims to look at how waste collection can be improved by using sensors and automations. Most waste system projects only focus on how to solve problems instead of using data and trends to make decisions.</a:t>
          </a:r>
        </a:p>
      </dgm:t>
    </dgm:pt>
    <dgm:pt modelId="{DCA5247B-0F14-49C3-8FDE-E0EED2D82014}" type="parTrans" cxnId="{5D72A0B9-46B8-427F-880E-66CCACE16E5F}">
      <dgm:prSet/>
      <dgm:spPr/>
      <dgm:t>
        <a:bodyPr/>
        <a:lstStyle/>
        <a:p>
          <a:endParaRPr lang="en-US"/>
        </a:p>
      </dgm:t>
    </dgm:pt>
    <dgm:pt modelId="{142A04E9-A811-4D77-AFB3-22847A40F3EF}" type="sibTrans" cxnId="{5D72A0B9-46B8-427F-880E-66CCACE16E5F}">
      <dgm:prSet/>
      <dgm:spPr/>
      <dgm:t>
        <a:bodyPr/>
        <a:lstStyle/>
        <a:p>
          <a:endParaRPr lang="en-US"/>
        </a:p>
      </dgm:t>
    </dgm:pt>
    <dgm:pt modelId="{F0306970-C201-4F6F-A2E5-C3D5830AFFB9}">
      <dgm:prSet custT="1"/>
      <dgm:spPr/>
      <dgm:t>
        <a:bodyPr/>
        <a:lstStyle/>
        <a:p>
          <a:pPr>
            <a:lnSpc>
              <a:spcPct val="100000"/>
            </a:lnSpc>
          </a:pPr>
          <a:r>
            <a:rPr lang="en-US" sz="1200" dirty="0">
              <a:solidFill>
                <a:schemeClr val="tx1"/>
              </a:solidFill>
            </a:rPr>
            <a:t>We are planning to create a simulated robot environment for testing and use those learnings to create a small-scale prototype that will check the waste level, determine when the bin is full and navigate to a trash disposal location. This project's main focus is to create the required technology needed for autonomous navigation and to discover the required sensors for collecting data of waste level.</a:t>
          </a:r>
        </a:p>
      </dgm:t>
    </dgm:pt>
    <dgm:pt modelId="{121B1C5E-6453-4525-BC8C-88C02C8776B3}" type="parTrans" cxnId="{E1EBF9E0-5937-496D-AA9E-B87233BD17CE}">
      <dgm:prSet/>
      <dgm:spPr/>
      <dgm:t>
        <a:bodyPr/>
        <a:lstStyle/>
        <a:p>
          <a:endParaRPr lang="en-US"/>
        </a:p>
      </dgm:t>
    </dgm:pt>
    <dgm:pt modelId="{5094964E-B27E-4A99-8E0F-709B40071CD8}" type="sibTrans" cxnId="{E1EBF9E0-5937-496D-AA9E-B87233BD17CE}">
      <dgm:prSet/>
      <dgm:spPr/>
      <dgm:t>
        <a:bodyPr/>
        <a:lstStyle/>
        <a:p>
          <a:endParaRPr lang="en-US"/>
        </a:p>
      </dgm:t>
    </dgm:pt>
    <dgm:pt modelId="{C5D7DB83-D1B8-4AB3-AAB1-AE2A0F1C296A}" type="pres">
      <dgm:prSet presAssocID="{F501C550-C918-4ADB-B93E-BA5E434B52EC}" presName="root" presStyleCnt="0">
        <dgm:presLayoutVars>
          <dgm:dir/>
          <dgm:resizeHandles val="exact"/>
        </dgm:presLayoutVars>
      </dgm:prSet>
      <dgm:spPr/>
    </dgm:pt>
    <dgm:pt modelId="{0182E13B-3D1F-40B5-A77E-7AB655518A1E}" type="pres">
      <dgm:prSet presAssocID="{41C791F9-64F7-429F-A142-7E63A8A89E1F}" presName="compNode" presStyleCnt="0"/>
      <dgm:spPr/>
    </dgm:pt>
    <dgm:pt modelId="{923A5809-A328-4243-A7A7-2500A56B1C9E}" type="pres">
      <dgm:prSet presAssocID="{41C791F9-64F7-429F-A142-7E63A8A89E1F}" presName="bgRect" presStyleLbl="bgShp" presStyleIdx="0" presStyleCnt="2">
        <dgm:style>
          <a:lnRef idx="0">
            <a:schemeClr val="accent1"/>
          </a:lnRef>
          <a:fillRef idx="3">
            <a:schemeClr val="accent1"/>
          </a:fillRef>
          <a:effectRef idx="3">
            <a:schemeClr val="accent1"/>
          </a:effectRef>
          <a:fontRef idx="minor">
            <a:schemeClr val="lt1"/>
          </a:fontRef>
        </dgm:style>
      </dgm:prSet>
      <dgm:spPr>
        <a:ln>
          <a:solidFill>
            <a:schemeClr val="tx1"/>
          </a:solidFill>
        </a:ln>
      </dgm:spPr>
    </dgm:pt>
    <dgm:pt modelId="{FB62E8F6-ED4A-43A5-8DAC-F9C168AE3A12}" type="pres">
      <dgm:prSet presAssocID="{41C791F9-64F7-429F-A142-7E63A8A89E1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cycle"/>
        </a:ext>
      </dgm:extLst>
    </dgm:pt>
    <dgm:pt modelId="{6BB9AEB7-DE59-4820-A2F3-CEB0C2860A46}" type="pres">
      <dgm:prSet presAssocID="{41C791F9-64F7-429F-A142-7E63A8A89E1F}" presName="spaceRect" presStyleCnt="0"/>
      <dgm:spPr/>
    </dgm:pt>
    <dgm:pt modelId="{AADAFB01-4A1E-49AF-9E9A-A9B47C08F287}" type="pres">
      <dgm:prSet presAssocID="{41C791F9-64F7-429F-A142-7E63A8A89E1F}" presName="parTx" presStyleLbl="revTx" presStyleIdx="0" presStyleCnt="2">
        <dgm:presLayoutVars>
          <dgm:chMax val="0"/>
          <dgm:chPref val="0"/>
        </dgm:presLayoutVars>
      </dgm:prSet>
      <dgm:spPr/>
    </dgm:pt>
    <dgm:pt modelId="{ED440C63-224A-4065-A885-7D93DCBC56E9}" type="pres">
      <dgm:prSet presAssocID="{142A04E9-A811-4D77-AFB3-22847A40F3EF}" presName="sibTrans" presStyleCnt="0"/>
      <dgm:spPr/>
    </dgm:pt>
    <dgm:pt modelId="{89EC0EEB-9C9C-41A0-94EE-66DAD1158369}" type="pres">
      <dgm:prSet presAssocID="{F0306970-C201-4F6F-A2E5-C3D5830AFFB9}" presName="compNode" presStyleCnt="0"/>
      <dgm:spPr/>
    </dgm:pt>
    <dgm:pt modelId="{39EA4058-DA19-4DD3-8C37-973E32F29974}" type="pres">
      <dgm:prSet presAssocID="{F0306970-C201-4F6F-A2E5-C3D5830AFFB9}" presName="bgRect" presStyleLbl="bgShp" presStyleIdx="1" presStyleCnt="2">
        <dgm:style>
          <a:lnRef idx="0">
            <a:schemeClr val="accent1"/>
          </a:lnRef>
          <a:fillRef idx="3">
            <a:schemeClr val="accent1"/>
          </a:fillRef>
          <a:effectRef idx="3">
            <a:schemeClr val="accent1"/>
          </a:effectRef>
          <a:fontRef idx="minor">
            <a:schemeClr val="lt1"/>
          </a:fontRef>
        </dgm:style>
      </dgm:prSet>
      <dgm:spPr>
        <a:ln>
          <a:solidFill>
            <a:schemeClr val="tx1"/>
          </a:solidFill>
        </a:ln>
      </dgm:spPr>
    </dgm:pt>
    <dgm:pt modelId="{04EFDB93-DD93-4F20-A6CC-F917E2B1E2F3}" type="pres">
      <dgm:prSet presAssocID="{F0306970-C201-4F6F-A2E5-C3D5830AFFB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9EC30DED-8801-41D8-97FA-50E73FD15737}" type="pres">
      <dgm:prSet presAssocID="{F0306970-C201-4F6F-A2E5-C3D5830AFFB9}" presName="spaceRect" presStyleCnt="0"/>
      <dgm:spPr/>
    </dgm:pt>
    <dgm:pt modelId="{B34789CF-1DEF-40A0-A524-5F6A5C28EAF0}" type="pres">
      <dgm:prSet presAssocID="{F0306970-C201-4F6F-A2E5-C3D5830AFFB9}" presName="parTx" presStyleLbl="revTx" presStyleIdx="1" presStyleCnt="2">
        <dgm:presLayoutVars>
          <dgm:chMax val="0"/>
          <dgm:chPref val="0"/>
        </dgm:presLayoutVars>
      </dgm:prSet>
      <dgm:spPr/>
    </dgm:pt>
  </dgm:ptLst>
  <dgm:cxnLst>
    <dgm:cxn modelId="{C6C90355-7D75-4C69-B15C-1F3284EC732B}" type="presOf" srcId="{41C791F9-64F7-429F-A142-7E63A8A89E1F}" destId="{AADAFB01-4A1E-49AF-9E9A-A9B47C08F287}" srcOrd="0" destOrd="0" presId="urn:microsoft.com/office/officeart/2018/2/layout/IconVerticalSolidList"/>
    <dgm:cxn modelId="{5D72A0B9-46B8-427F-880E-66CCACE16E5F}" srcId="{F501C550-C918-4ADB-B93E-BA5E434B52EC}" destId="{41C791F9-64F7-429F-A142-7E63A8A89E1F}" srcOrd="0" destOrd="0" parTransId="{DCA5247B-0F14-49C3-8FDE-E0EED2D82014}" sibTransId="{142A04E9-A811-4D77-AFB3-22847A40F3EF}"/>
    <dgm:cxn modelId="{B69F95C8-2F3C-44B5-A033-6100DF7A5B76}" type="presOf" srcId="{F501C550-C918-4ADB-B93E-BA5E434B52EC}" destId="{C5D7DB83-D1B8-4AB3-AAB1-AE2A0F1C296A}" srcOrd="0" destOrd="0" presId="urn:microsoft.com/office/officeart/2018/2/layout/IconVerticalSolidList"/>
    <dgm:cxn modelId="{42BC54DE-BD5A-4FC8-B1FE-BABB07B5B49B}" type="presOf" srcId="{F0306970-C201-4F6F-A2E5-C3D5830AFFB9}" destId="{B34789CF-1DEF-40A0-A524-5F6A5C28EAF0}" srcOrd="0" destOrd="0" presId="urn:microsoft.com/office/officeart/2018/2/layout/IconVerticalSolidList"/>
    <dgm:cxn modelId="{E1EBF9E0-5937-496D-AA9E-B87233BD17CE}" srcId="{F501C550-C918-4ADB-B93E-BA5E434B52EC}" destId="{F0306970-C201-4F6F-A2E5-C3D5830AFFB9}" srcOrd="1" destOrd="0" parTransId="{121B1C5E-6453-4525-BC8C-88C02C8776B3}" sibTransId="{5094964E-B27E-4A99-8E0F-709B40071CD8}"/>
    <dgm:cxn modelId="{BDA038E8-FA5E-4435-AE64-332772CC4BB8}" type="presParOf" srcId="{C5D7DB83-D1B8-4AB3-AAB1-AE2A0F1C296A}" destId="{0182E13B-3D1F-40B5-A77E-7AB655518A1E}" srcOrd="0" destOrd="0" presId="urn:microsoft.com/office/officeart/2018/2/layout/IconVerticalSolidList"/>
    <dgm:cxn modelId="{FCFC9AB4-06E9-4BDE-934A-43451CE46450}" type="presParOf" srcId="{0182E13B-3D1F-40B5-A77E-7AB655518A1E}" destId="{923A5809-A328-4243-A7A7-2500A56B1C9E}" srcOrd="0" destOrd="0" presId="urn:microsoft.com/office/officeart/2018/2/layout/IconVerticalSolidList"/>
    <dgm:cxn modelId="{7182C350-7E15-4B7F-9BAB-EEE9019B1775}" type="presParOf" srcId="{0182E13B-3D1F-40B5-A77E-7AB655518A1E}" destId="{FB62E8F6-ED4A-43A5-8DAC-F9C168AE3A12}" srcOrd="1" destOrd="0" presId="urn:microsoft.com/office/officeart/2018/2/layout/IconVerticalSolidList"/>
    <dgm:cxn modelId="{7C5DBD1C-7E5A-4F97-8E4C-C5844DA7E042}" type="presParOf" srcId="{0182E13B-3D1F-40B5-A77E-7AB655518A1E}" destId="{6BB9AEB7-DE59-4820-A2F3-CEB0C2860A46}" srcOrd="2" destOrd="0" presId="urn:microsoft.com/office/officeart/2018/2/layout/IconVerticalSolidList"/>
    <dgm:cxn modelId="{C3275EAF-30EB-49EF-BEAD-B11DC76BEADD}" type="presParOf" srcId="{0182E13B-3D1F-40B5-A77E-7AB655518A1E}" destId="{AADAFB01-4A1E-49AF-9E9A-A9B47C08F287}" srcOrd="3" destOrd="0" presId="urn:microsoft.com/office/officeart/2018/2/layout/IconVerticalSolidList"/>
    <dgm:cxn modelId="{9AFADBD3-2AF3-4F8D-88A8-4B1FFA9927D5}" type="presParOf" srcId="{C5D7DB83-D1B8-4AB3-AAB1-AE2A0F1C296A}" destId="{ED440C63-224A-4065-A885-7D93DCBC56E9}" srcOrd="1" destOrd="0" presId="urn:microsoft.com/office/officeart/2018/2/layout/IconVerticalSolidList"/>
    <dgm:cxn modelId="{23FE22C9-7441-44FE-80D2-C35652745620}" type="presParOf" srcId="{C5D7DB83-D1B8-4AB3-AAB1-AE2A0F1C296A}" destId="{89EC0EEB-9C9C-41A0-94EE-66DAD1158369}" srcOrd="2" destOrd="0" presId="urn:microsoft.com/office/officeart/2018/2/layout/IconVerticalSolidList"/>
    <dgm:cxn modelId="{F7ABFACD-0F5D-44F6-8978-3762262E7B0B}" type="presParOf" srcId="{89EC0EEB-9C9C-41A0-94EE-66DAD1158369}" destId="{39EA4058-DA19-4DD3-8C37-973E32F29974}" srcOrd="0" destOrd="0" presId="urn:microsoft.com/office/officeart/2018/2/layout/IconVerticalSolidList"/>
    <dgm:cxn modelId="{66CEE41D-5C39-4953-907A-57D054396243}" type="presParOf" srcId="{89EC0EEB-9C9C-41A0-94EE-66DAD1158369}" destId="{04EFDB93-DD93-4F20-A6CC-F917E2B1E2F3}" srcOrd="1" destOrd="0" presId="urn:microsoft.com/office/officeart/2018/2/layout/IconVerticalSolidList"/>
    <dgm:cxn modelId="{7F98CFFD-3AFA-469F-A109-56717EA8550D}" type="presParOf" srcId="{89EC0EEB-9C9C-41A0-94EE-66DAD1158369}" destId="{9EC30DED-8801-41D8-97FA-50E73FD15737}" srcOrd="2" destOrd="0" presId="urn:microsoft.com/office/officeart/2018/2/layout/IconVerticalSolidList"/>
    <dgm:cxn modelId="{5D7DB09F-C593-4137-A8C8-179F5AE7A744}" type="presParOf" srcId="{89EC0EEB-9C9C-41A0-94EE-66DAD1158369}" destId="{B34789CF-1DEF-40A0-A524-5F6A5C28EAF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75BCAE-AB70-47CE-8BB8-E866466CFAB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AAEAAB7-CD35-4471-B2E8-FF326E6AF805}">
      <dgm:prSet/>
      <dgm:spPr/>
      <dgm:t>
        <a:bodyPr/>
        <a:lstStyle/>
        <a:p>
          <a:pPr>
            <a:lnSpc>
              <a:spcPct val="100000"/>
            </a:lnSpc>
          </a:pPr>
          <a:r>
            <a:rPr lang="en-US"/>
            <a:t>This project approaches waste collection as a logistics and optimization problem by integrating sensing, analytics, and autonomous navigation. The system improves collection efficiency while generating useful insights into waste usage behavior. Designed for scalability, the architecture supports residential, assisted-living, and broader smart infrastructure environments.</a:t>
          </a:r>
        </a:p>
      </dgm:t>
    </dgm:pt>
    <dgm:pt modelId="{F9B00694-2B2D-4471-9632-C0272F714F39}" type="parTrans" cxnId="{94D67B3A-0ED9-44AC-AE54-0397EBD7C53F}">
      <dgm:prSet/>
      <dgm:spPr/>
      <dgm:t>
        <a:bodyPr/>
        <a:lstStyle/>
        <a:p>
          <a:endParaRPr lang="en-US"/>
        </a:p>
      </dgm:t>
    </dgm:pt>
    <dgm:pt modelId="{C7E7E892-E746-4EAA-8F1D-4FF0B44E3BB1}" type="sibTrans" cxnId="{94D67B3A-0ED9-44AC-AE54-0397EBD7C53F}">
      <dgm:prSet/>
      <dgm:spPr/>
      <dgm:t>
        <a:bodyPr/>
        <a:lstStyle/>
        <a:p>
          <a:pPr>
            <a:lnSpc>
              <a:spcPct val="100000"/>
            </a:lnSpc>
          </a:pPr>
          <a:endParaRPr lang="en-US"/>
        </a:p>
      </dgm:t>
    </dgm:pt>
    <dgm:pt modelId="{4F8F0381-1AE3-41E8-A754-044D5B3FD773}">
      <dgm:prSet/>
      <dgm:spPr/>
      <dgm:t>
        <a:bodyPr/>
        <a:lstStyle/>
        <a:p>
          <a:pPr>
            <a:lnSpc>
              <a:spcPct val="100000"/>
            </a:lnSpc>
          </a:pPr>
          <a:r>
            <a:rPr lang="en-US" dirty="0"/>
            <a:t>The system autonomously travels from a designated resting location to a disposal point when waste sensors detect that a bin has reached a predefined fill level. This approach reduces manual effort, improves safety, and demonstrates how automation can enable more efficient and data-informed waste management.</a:t>
          </a:r>
        </a:p>
      </dgm:t>
    </dgm:pt>
    <dgm:pt modelId="{B5DC1911-A53A-430D-ACFB-A9DED9617B1C}" type="parTrans" cxnId="{FAED156B-5A53-44D8-90BE-65CDEF616B18}">
      <dgm:prSet/>
      <dgm:spPr/>
      <dgm:t>
        <a:bodyPr/>
        <a:lstStyle/>
        <a:p>
          <a:endParaRPr lang="en-US"/>
        </a:p>
      </dgm:t>
    </dgm:pt>
    <dgm:pt modelId="{3526372C-E4E5-4828-A43C-3C882C95D00B}" type="sibTrans" cxnId="{FAED156B-5A53-44D8-90BE-65CDEF616B18}">
      <dgm:prSet/>
      <dgm:spPr/>
      <dgm:t>
        <a:bodyPr/>
        <a:lstStyle/>
        <a:p>
          <a:endParaRPr lang="en-US"/>
        </a:p>
      </dgm:t>
    </dgm:pt>
    <dgm:pt modelId="{D3E85B63-9F1B-43B5-9F5C-956648FCD7D5}" type="pres">
      <dgm:prSet presAssocID="{3D75BCAE-AB70-47CE-8BB8-E866466CFABC}" presName="root" presStyleCnt="0">
        <dgm:presLayoutVars>
          <dgm:dir/>
          <dgm:resizeHandles val="exact"/>
        </dgm:presLayoutVars>
      </dgm:prSet>
      <dgm:spPr/>
    </dgm:pt>
    <dgm:pt modelId="{8F6C55A2-F2A7-41D8-B9D1-D2B47CD825C5}" type="pres">
      <dgm:prSet presAssocID="{3D75BCAE-AB70-47CE-8BB8-E866466CFABC}" presName="container" presStyleCnt="0">
        <dgm:presLayoutVars>
          <dgm:dir/>
          <dgm:resizeHandles val="exact"/>
        </dgm:presLayoutVars>
      </dgm:prSet>
      <dgm:spPr/>
    </dgm:pt>
    <dgm:pt modelId="{C2CC93DC-A607-4734-8137-ECC931FA3666}" type="pres">
      <dgm:prSet presAssocID="{4AAEAAB7-CD35-4471-B2E8-FF326E6AF805}" presName="compNode" presStyleCnt="0"/>
      <dgm:spPr/>
    </dgm:pt>
    <dgm:pt modelId="{41DF981B-1636-4D1B-A626-A2AB503D344B}" type="pres">
      <dgm:prSet presAssocID="{4AAEAAB7-CD35-4471-B2E8-FF326E6AF805}" presName="iconBgRect" presStyleLbl="bgShp" presStyleIdx="0" presStyleCnt="2"/>
      <dgm:spPr/>
    </dgm:pt>
    <dgm:pt modelId="{4FBB85E1-9D68-482C-A940-63E645E0EE1E}" type="pres">
      <dgm:prSet presAssocID="{4AAEAAB7-CD35-4471-B2E8-FF326E6AF80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a:ext>
      </dgm:extLst>
    </dgm:pt>
    <dgm:pt modelId="{1D3D5AC6-1B09-4C7B-9B7E-5B8F467DA074}" type="pres">
      <dgm:prSet presAssocID="{4AAEAAB7-CD35-4471-B2E8-FF326E6AF805}" presName="spaceRect" presStyleCnt="0"/>
      <dgm:spPr/>
    </dgm:pt>
    <dgm:pt modelId="{D361155D-6EE5-477D-BAA9-8880E5D1AA4D}" type="pres">
      <dgm:prSet presAssocID="{4AAEAAB7-CD35-4471-B2E8-FF326E6AF805}" presName="textRect" presStyleLbl="revTx" presStyleIdx="0" presStyleCnt="2">
        <dgm:presLayoutVars>
          <dgm:chMax val="1"/>
          <dgm:chPref val="1"/>
        </dgm:presLayoutVars>
      </dgm:prSet>
      <dgm:spPr/>
    </dgm:pt>
    <dgm:pt modelId="{DCDDBD10-A0D2-4EF2-B8DD-1F3EB8ADF616}" type="pres">
      <dgm:prSet presAssocID="{C7E7E892-E746-4EAA-8F1D-4FF0B44E3BB1}" presName="sibTrans" presStyleLbl="sibTrans2D1" presStyleIdx="0" presStyleCnt="0"/>
      <dgm:spPr/>
    </dgm:pt>
    <dgm:pt modelId="{0C511B86-75C0-41DA-92A2-B159979E8657}" type="pres">
      <dgm:prSet presAssocID="{4F8F0381-1AE3-41E8-A754-044D5B3FD773}" presName="compNode" presStyleCnt="0"/>
      <dgm:spPr/>
    </dgm:pt>
    <dgm:pt modelId="{88CA54E7-4F2E-4585-8196-420FB0340BFF}" type="pres">
      <dgm:prSet presAssocID="{4F8F0381-1AE3-41E8-A754-044D5B3FD773}" presName="iconBgRect" presStyleLbl="bgShp" presStyleIdx="1" presStyleCnt="2"/>
      <dgm:spPr/>
    </dgm:pt>
    <dgm:pt modelId="{3B80310D-67CF-449B-84FF-D03499793009}" type="pres">
      <dgm:prSet presAssocID="{4F8F0381-1AE3-41E8-A754-044D5B3FD77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rker"/>
        </a:ext>
      </dgm:extLst>
    </dgm:pt>
    <dgm:pt modelId="{503CCD28-8FA7-450F-A612-6073DCFF9A7E}" type="pres">
      <dgm:prSet presAssocID="{4F8F0381-1AE3-41E8-A754-044D5B3FD773}" presName="spaceRect" presStyleCnt="0"/>
      <dgm:spPr/>
    </dgm:pt>
    <dgm:pt modelId="{0C1C06DD-D57F-45C1-AC77-FE770A47272C}" type="pres">
      <dgm:prSet presAssocID="{4F8F0381-1AE3-41E8-A754-044D5B3FD773}" presName="textRect" presStyleLbl="revTx" presStyleIdx="1" presStyleCnt="2">
        <dgm:presLayoutVars>
          <dgm:chMax val="1"/>
          <dgm:chPref val="1"/>
        </dgm:presLayoutVars>
      </dgm:prSet>
      <dgm:spPr/>
    </dgm:pt>
  </dgm:ptLst>
  <dgm:cxnLst>
    <dgm:cxn modelId="{94D67B3A-0ED9-44AC-AE54-0397EBD7C53F}" srcId="{3D75BCAE-AB70-47CE-8BB8-E866466CFABC}" destId="{4AAEAAB7-CD35-4471-B2E8-FF326E6AF805}" srcOrd="0" destOrd="0" parTransId="{F9B00694-2B2D-4471-9632-C0272F714F39}" sibTransId="{C7E7E892-E746-4EAA-8F1D-4FF0B44E3BB1}"/>
    <dgm:cxn modelId="{FD31F045-0D23-4AB0-8F82-C0E29267899C}" type="presOf" srcId="{C7E7E892-E746-4EAA-8F1D-4FF0B44E3BB1}" destId="{DCDDBD10-A0D2-4EF2-B8DD-1F3EB8ADF616}" srcOrd="0" destOrd="0" presId="urn:microsoft.com/office/officeart/2018/2/layout/IconCircleList"/>
    <dgm:cxn modelId="{FAED156B-5A53-44D8-90BE-65CDEF616B18}" srcId="{3D75BCAE-AB70-47CE-8BB8-E866466CFABC}" destId="{4F8F0381-1AE3-41E8-A754-044D5B3FD773}" srcOrd="1" destOrd="0" parTransId="{B5DC1911-A53A-430D-ACFB-A9DED9617B1C}" sibTransId="{3526372C-E4E5-4828-A43C-3C882C95D00B}"/>
    <dgm:cxn modelId="{4E7AEB55-1F10-466C-8AEC-E50A48F16CF9}" type="presOf" srcId="{4F8F0381-1AE3-41E8-A754-044D5B3FD773}" destId="{0C1C06DD-D57F-45C1-AC77-FE770A47272C}" srcOrd="0" destOrd="0" presId="urn:microsoft.com/office/officeart/2018/2/layout/IconCircleList"/>
    <dgm:cxn modelId="{B63EB17D-EEEF-4127-B038-A6AB67FCA096}" type="presOf" srcId="{4AAEAAB7-CD35-4471-B2E8-FF326E6AF805}" destId="{D361155D-6EE5-477D-BAA9-8880E5D1AA4D}" srcOrd="0" destOrd="0" presId="urn:microsoft.com/office/officeart/2018/2/layout/IconCircleList"/>
    <dgm:cxn modelId="{65CE4089-4F6B-4C75-9AD4-D23A3BBD9E87}" type="presOf" srcId="{3D75BCAE-AB70-47CE-8BB8-E866466CFABC}" destId="{D3E85B63-9F1B-43B5-9F5C-956648FCD7D5}" srcOrd="0" destOrd="0" presId="urn:microsoft.com/office/officeart/2018/2/layout/IconCircleList"/>
    <dgm:cxn modelId="{A52BF46A-24E1-4E4A-B6B1-E254E5745748}" type="presParOf" srcId="{D3E85B63-9F1B-43B5-9F5C-956648FCD7D5}" destId="{8F6C55A2-F2A7-41D8-B9D1-D2B47CD825C5}" srcOrd="0" destOrd="0" presId="urn:microsoft.com/office/officeart/2018/2/layout/IconCircleList"/>
    <dgm:cxn modelId="{3DC8CA41-0B22-4336-B1C2-AF60921B1017}" type="presParOf" srcId="{8F6C55A2-F2A7-41D8-B9D1-D2B47CD825C5}" destId="{C2CC93DC-A607-4734-8137-ECC931FA3666}" srcOrd="0" destOrd="0" presId="urn:microsoft.com/office/officeart/2018/2/layout/IconCircleList"/>
    <dgm:cxn modelId="{ECC5CCDD-35BF-44C4-AD74-DE7BF0AA0EF6}" type="presParOf" srcId="{C2CC93DC-A607-4734-8137-ECC931FA3666}" destId="{41DF981B-1636-4D1B-A626-A2AB503D344B}" srcOrd="0" destOrd="0" presId="urn:microsoft.com/office/officeart/2018/2/layout/IconCircleList"/>
    <dgm:cxn modelId="{683B39A9-B7C7-44F3-9A22-832A9D992CC9}" type="presParOf" srcId="{C2CC93DC-A607-4734-8137-ECC931FA3666}" destId="{4FBB85E1-9D68-482C-A940-63E645E0EE1E}" srcOrd="1" destOrd="0" presId="urn:microsoft.com/office/officeart/2018/2/layout/IconCircleList"/>
    <dgm:cxn modelId="{6DD868C4-09F2-48E9-A4CF-D2D6ED6769EF}" type="presParOf" srcId="{C2CC93DC-A607-4734-8137-ECC931FA3666}" destId="{1D3D5AC6-1B09-4C7B-9B7E-5B8F467DA074}" srcOrd="2" destOrd="0" presId="urn:microsoft.com/office/officeart/2018/2/layout/IconCircleList"/>
    <dgm:cxn modelId="{66C01C43-779D-44D0-8AAD-3B987D44246F}" type="presParOf" srcId="{C2CC93DC-A607-4734-8137-ECC931FA3666}" destId="{D361155D-6EE5-477D-BAA9-8880E5D1AA4D}" srcOrd="3" destOrd="0" presId="urn:microsoft.com/office/officeart/2018/2/layout/IconCircleList"/>
    <dgm:cxn modelId="{22A9C174-CA03-4F0F-B08F-925C7CE3DE8B}" type="presParOf" srcId="{8F6C55A2-F2A7-41D8-B9D1-D2B47CD825C5}" destId="{DCDDBD10-A0D2-4EF2-B8DD-1F3EB8ADF616}" srcOrd="1" destOrd="0" presId="urn:microsoft.com/office/officeart/2018/2/layout/IconCircleList"/>
    <dgm:cxn modelId="{2253F148-7458-4161-B5D3-86529776BF71}" type="presParOf" srcId="{8F6C55A2-F2A7-41D8-B9D1-D2B47CD825C5}" destId="{0C511B86-75C0-41DA-92A2-B159979E8657}" srcOrd="2" destOrd="0" presId="urn:microsoft.com/office/officeart/2018/2/layout/IconCircleList"/>
    <dgm:cxn modelId="{090EC2D6-1303-4D07-BD50-4696676F2EA5}" type="presParOf" srcId="{0C511B86-75C0-41DA-92A2-B159979E8657}" destId="{88CA54E7-4F2E-4585-8196-420FB0340BFF}" srcOrd="0" destOrd="0" presId="urn:microsoft.com/office/officeart/2018/2/layout/IconCircleList"/>
    <dgm:cxn modelId="{ABB5E780-F581-4F8C-8AB3-40F58CF2EBF2}" type="presParOf" srcId="{0C511B86-75C0-41DA-92A2-B159979E8657}" destId="{3B80310D-67CF-449B-84FF-D03499793009}" srcOrd="1" destOrd="0" presId="urn:microsoft.com/office/officeart/2018/2/layout/IconCircleList"/>
    <dgm:cxn modelId="{B062A8E1-1374-4F13-8A7A-E41BEE0BEB02}" type="presParOf" srcId="{0C511B86-75C0-41DA-92A2-B159979E8657}" destId="{503CCD28-8FA7-450F-A612-6073DCFF9A7E}" srcOrd="2" destOrd="0" presId="urn:microsoft.com/office/officeart/2018/2/layout/IconCircleList"/>
    <dgm:cxn modelId="{10420C98-D179-4DD0-A03F-BF68D6EBAC98}" type="presParOf" srcId="{0C511B86-75C0-41DA-92A2-B159979E8657}" destId="{0C1C06DD-D57F-45C1-AC77-FE770A47272C}"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8EEE82-4435-427B-834B-3C9566022295}" type="doc">
      <dgm:prSet loTypeId="urn:microsoft.com/office/officeart/2018/2/layout/IconLabelList" loCatId="icon" qsTypeId="urn:microsoft.com/office/officeart/2005/8/quickstyle/simple4" qsCatId="simple" csTypeId="urn:microsoft.com/office/officeart/2005/8/colors/accent1_1" csCatId="accent1" phldr="1"/>
      <dgm:spPr/>
      <dgm:t>
        <a:bodyPr/>
        <a:lstStyle/>
        <a:p>
          <a:endParaRPr lang="en-US"/>
        </a:p>
      </dgm:t>
    </dgm:pt>
    <dgm:pt modelId="{E3270A35-73EE-4ECC-94EB-73ED80E94B0E}">
      <dgm:prSet/>
      <dgm:spPr/>
      <dgm:t>
        <a:bodyPr/>
        <a:lstStyle/>
        <a:p>
          <a:pPr>
            <a:lnSpc>
              <a:spcPct val="100000"/>
            </a:lnSpc>
          </a:pPr>
          <a:r>
            <a:rPr lang="en-US" dirty="0"/>
            <a:t>A QR code sticker would signal the robot where to travel to.</a:t>
          </a:r>
          <a:br>
            <a:rPr lang="en-US" dirty="0"/>
          </a:br>
          <a:r>
            <a:rPr lang="en-US" dirty="0"/>
            <a:t> It automates waste disposal, which would save a person’s time and energy.</a:t>
          </a:r>
        </a:p>
      </dgm:t>
    </dgm:pt>
    <dgm:pt modelId="{63E5C0C9-5B57-4F59-AC8E-9561AA35F9C9}" type="parTrans" cxnId="{B2F7F7D7-7E3B-4BA1-86DE-14170D14F54C}">
      <dgm:prSet/>
      <dgm:spPr/>
      <dgm:t>
        <a:bodyPr/>
        <a:lstStyle/>
        <a:p>
          <a:endParaRPr lang="en-US"/>
        </a:p>
      </dgm:t>
    </dgm:pt>
    <dgm:pt modelId="{69992C6F-24FB-48A5-834E-632B3C1D9008}" type="sibTrans" cxnId="{B2F7F7D7-7E3B-4BA1-86DE-14170D14F54C}">
      <dgm:prSet/>
      <dgm:spPr/>
      <dgm:t>
        <a:bodyPr/>
        <a:lstStyle/>
        <a:p>
          <a:endParaRPr lang="en-US"/>
        </a:p>
      </dgm:t>
    </dgm:pt>
    <dgm:pt modelId="{4B151C9B-6A5D-43C8-A98D-FCB55F2C1988}">
      <dgm:prSet/>
      <dgm:spPr/>
      <dgm:t>
        <a:bodyPr/>
        <a:lstStyle/>
        <a:p>
          <a:pPr>
            <a:lnSpc>
              <a:spcPct val="100000"/>
            </a:lnSpc>
          </a:pPr>
          <a:r>
            <a:rPr lang="en-US"/>
            <a:t>LiDAR sensors would detect any blocking obstacles in real time and turn accordingly.</a:t>
          </a:r>
          <a:br>
            <a:rPr lang="en-US"/>
          </a:br>
          <a:r>
            <a:rPr lang="en-US"/>
            <a:t> It prevents any collisions that could occur and allows the robot to safely navigate in an environment.</a:t>
          </a:r>
        </a:p>
      </dgm:t>
    </dgm:pt>
    <dgm:pt modelId="{9BFF8744-2A1D-47D7-BF22-2B8B68030353}" type="parTrans" cxnId="{89EC032F-FA8E-4220-9A3A-21D1E7EBEAF5}">
      <dgm:prSet/>
      <dgm:spPr/>
      <dgm:t>
        <a:bodyPr/>
        <a:lstStyle/>
        <a:p>
          <a:endParaRPr lang="en-US"/>
        </a:p>
      </dgm:t>
    </dgm:pt>
    <dgm:pt modelId="{81EF179B-B294-4BF7-B455-52EB3157A7B2}" type="sibTrans" cxnId="{89EC032F-FA8E-4220-9A3A-21D1E7EBEAF5}">
      <dgm:prSet/>
      <dgm:spPr/>
      <dgm:t>
        <a:bodyPr/>
        <a:lstStyle/>
        <a:p>
          <a:endParaRPr lang="en-US"/>
        </a:p>
      </dgm:t>
    </dgm:pt>
    <dgm:pt modelId="{B6E0D3E2-8E67-43C4-AF75-9B33407098D7}">
      <dgm:prSet/>
      <dgm:spPr/>
      <dgm:t>
        <a:bodyPr/>
        <a:lstStyle/>
        <a:p>
          <a:pPr>
            <a:lnSpc>
              <a:spcPct val="100000"/>
            </a:lnSpc>
          </a:pPr>
          <a:r>
            <a:rPr lang="en-US"/>
            <a:t>An ultrasonic distance sensor alongside 1–4 load cell sensors would measure the levels of waste and signal the robot when it is full.</a:t>
          </a:r>
          <a:br>
            <a:rPr lang="en-US"/>
          </a:br>
          <a:r>
            <a:rPr lang="en-US"/>
            <a:t> It ensures the robot will have accurate detection to correctly decide when traveling is necessary.</a:t>
          </a:r>
        </a:p>
      </dgm:t>
    </dgm:pt>
    <dgm:pt modelId="{2C0B641B-D194-432B-839B-40C57F41D094}" type="parTrans" cxnId="{FB5EB6B8-DFCB-4524-94D0-EACDBFAE7448}">
      <dgm:prSet/>
      <dgm:spPr/>
      <dgm:t>
        <a:bodyPr/>
        <a:lstStyle/>
        <a:p>
          <a:endParaRPr lang="en-US"/>
        </a:p>
      </dgm:t>
    </dgm:pt>
    <dgm:pt modelId="{FE947D2F-EE7B-4653-AD6A-AB3FE40EE54A}" type="sibTrans" cxnId="{FB5EB6B8-DFCB-4524-94D0-EACDBFAE7448}">
      <dgm:prSet/>
      <dgm:spPr/>
      <dgm:t>
        <a:bodyPr/>
        <a:lstStyle/>
        <a:p>
          <a:endParaRPr lang="en-US"/>
        </a:p>
      </dgm:t>
    </dgm:pt>
    <dgm:pt modelId="{54446EDF-5A7B-4324-80AB-AEB959CFA412}">
      <dgm:prSet/>
      <dgm:spPr/>
      <dgm:t>
        <a:bodyPr/>
        <a:lstStyle/>
        <a:p>
          <a:pPr>
            <a:lnSpc>
              <a:spcPct val="100000"/>
            </a:lnSpc>
          </a:pPr>
          <a:r>
            <a:rPr lang="en-US"/>
            <a:t>The data over time of the waste levels would be analyzed for patterns.</a:t>
          </a:r>
          <a:br>
            <a:rPr lang="en-US"/>
          </a:br>
          <a:r>
            <a:rPr lang="en-US"/>
            <a:t> It helps optimize schedules for waste collection and efficiently provides a user’s waste patterns for collectors.</a:t>
          </a:r>
        </a:p>
      </dgm:t>
    </dgm:pt>
    <dgm:pt modelId="{DFCF8D9C-8518-4E48-8FC4-7C74BC9BF497}" type="parTrans" cxnId="{7D349695-A54D-47F2-81F3-FA10A83C0DCF}">
      <dgm:prSet/>
      <dgm:spPr/>
      <dgm:t>
        <a:bodyPr/>
        <a:lstStyle/>
        <a:p>
          <a:endParaRPr lang="en-US"/>
        </a:p>
      </dgm:t>
    </dgm:pt>
    <dgm:pt modelId="{723BAE99-6829-4904-9D36-65ED111F48B9}" type="sibTrans" cxnId="{7D349695-A54D-47F2-81F3-FA10A83C0DCF}">
      <dgm:prSet/>
      <dgm:spPr/>
      <dgm:t>
        <a:bodyPr/>
        <a:lstStyle/>
        <a:p>
          <a:endParaRPr lang="en-US"/>
        </a:p>
      </dgm:t>
    </dgm:pt>
    <dgm:pt modelId="{A93FAEE7-C0D8-49D2-8D16-558DF1005C0C}" type="pres">
      <dgm:prSet presAssocID="{018EEE82-4435-427B-834B-3C9566022295}" presName="root" presStyleCnt="0">
        <dgm:presLayoutVars>
          <dgm:dir/>
          <dgm:resizeHandles val="exact"/>
        </dgm:presLayoutVars>
      </dgm:prSet>
      <dgm:spPr/>
    </dgm:pt>
    <dgm:pt modelId="{6B886B02-E164-4205-8F9E-24DFBDBE538A}" type="pres">
      <dgm:prSet presAssocID="{E3270A35-73EE-4ECC-94EB-73ED80E94B0E}" presName="compNode" presStyleCnt="0"/>
      <dgm:spPr/>
    </dgm:pt>
    <dgm:pt modelId="{8BA65CAB-87CA-49DD-9868-A8599E544FD4}" type="pres">
      <dgm:prSet presAssocID="{E3270A35-73EE-4ECC-94EB-73ED80E94B0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30F41127-2DDD-46E6-8639-BD32B28EC89C}" type="pres">
      <dgm:prSet presAssocID="{E3270A35-73EE-4ECC-94EB-73ED80E94B0E}" presName="spaceRect" presStyleCnt="0"/>
      <dgm:spPr/>
    </dgm:pt>
    <dgm:pt modelId="{9D62224F-EA83-4B8D-B071-D257804E5484}" type="pres">
      <dgm:prSet presAssocID="{E3270A35-73EE-4ECC-94EB-73ED80E94B0E}" presName="textRect" presStyleLbl="revTx" presStyleIdx="0" presStyleCnt="4">
        <dgm:presLayoutVars>
          <dgm:chMax val="1"/>
          <dgm:chPref val="1"/>
        </dgm:presLayoutVars>
      </dgm:prSet>
      <dgm:spPr/>
    </dgm:pt>
    <dgm:pt modelId="{64CC94FA-7E0A-49B8-B5E4-DF0243F658F4}" type="pres">
      <dgm:prSet presAssocID="{69992C6F-24FB-48A5-834E-632B3C1D9008}" presName="sibTrans" presStyleCnt="0"/>
      <dgm:spPr/>
    </dgm:pt>
    <dgm:pt modelId="{8853569E-1CE2-42E6-A8AF-EAFE3A167836}" type="pres">
      <dgm:prSet presAssocID="{4B151C9B-6A5D-43C8-A98D-FCB55F2C1988}" presName="compNode" presStyleCnt="0"/>
      <dgm:spPr/>
    </dgm:pt>
    <dgm:pt modelId="{40572076-0C6F-473A-BE67-3EB7E5F6877D}" type="pres">
      <dgm:prSet presAssocID="{4B151C9B-6A5D-43C8-A98D-FCB55F2C198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8A80FBA5-4C2F-4E45-95A0-D167C436402A}" type="pres">
      <dgm:prSet presAssocID="{4B151C9B-6A5D-43C8-A98D-FCB55F2C1988}" presName="spaceRect" presStyleCnt="0"/>
      <dgm:spPr/>
    </dgm:pt>
    <dgm:pt modelId="{FD2DD1F2-9D53-42BE-945E-7C42E64FC096}" type="pres">
      <dgm:prSet presAssocID="{4B151C9B-6A5D-43C8-A98D-FCB55F2C1988}" presName="textRect" presStyleLbl="revTx" presStyleIdx="1" presStyleCnt="4">
        <dgm:presLayoutVars>
          <dgm:chMax val="1"/>
          <dgm:chPref val="1"/>
        </dgm:presLayoutVars>
      </dgm:prSet>
      <dgm:spPr/>
    </dgm:pt>
    <dgm:pt modelId="{04E78B2D-A4CC-44A9-86CE-2EFD18E5FFA2}" type="pres">
      <dgm:prSet presAssocID="{81EF179B-B294-4BF7-B455-52EB3157A7B2}" presName="sibTrans" presStyleCnt="0"/>
      <dgm:spPr/>
    </dgm:pt>
    <dgm:pt modelId="{B8516AC9-28D3-44D2-84BF-2674F4D321C3}" type="pres">
      <dgm:prSet presAssocID="{B6E0D3E2-8E67-43C4-AF75-9B33407098D7}" presName="compNode" presStyleCnt="0"/>
      <dgm:spPr/>
    </dgm:pt>
    <dgm:pt modelId="{01BF2093-59A5-40AA-996E-C5621BF666E2}" type="pres">
      <dgm:prSet presAssocID="{B6E0D3E2-8E67-43C4-AF75-9B33407098D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ream"/>
        </a:ext>
      </dgm:extLst>
    </dgm:pt>
    <dgm:pt modelId="{619D1440-6831-4B86-A3EF-37AF81A1AC2B}" type="pres">
      <dgm:prSet presAssocID="{B6E0D3E2-8E67-43C4-AF75-9B33407098D7}" presName="spaceRect" presStyleCnt="0"/>
      <dgm:spPr/>
    </dgm:pt>
    <dgm:pt modelId="{9F473237-F5D1-4F73-AE6E-896F3F116F13}" type="pres">
      <dgm:prSet presAssocID="{B6E0D3E2-8E67-43C4-AF75-9B33407098D7}" presName="textRect" presStyleLbl="revTx" presStyleIdx="2" presStyleCnt="4">
        <dgm:presLayoutVars>
          <dgm:chMax val="1"/>
          <dgm:chPref val="1"/>
        </dgm:presLayoutVars>
      </dgm:prSet>
      <dgm:spPr/>
    </dgm:pt>
    <dgm:pt modelId="{FDF8B46D-41FD-4FD0-A1F8-728FB68091A0}" type="pres">
      <dgm:prSet presAssocID="{FE947D2F-EE7B-4653-AD6A-AB3FE40EE54A}" presName="sibTrans" presStyleCnt="0"/>
      <dgm:spPr/>
    </dgm:pt>
    <dgm:pt modelId="{97438973-74D9-47AC-BA19-D6AD148EA6A2}" type="pres">
      <dgm:prSet presAssocID="{54446EDF-5A7B-4324-80AB-AEB959CFA412}" presName="compNode" presStyleCnt="0"/>
      <dgm:spPr/>
    </dgm:pt>
    <dgm:pt modelId="{C4E57B7B-00AB-4D70-93E6-402521F7F74E}" type="pres">
      <dgm:prSet presAssocID="{54446EDF-5A7B-4324-80AB-AEB959CFA41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tabase"/>
        </a:ext>
      </dgm:extLst>
    </dgm:pt>
    <dgm:pt modelId="{6C8B9823-D269-445F-A3AE-FC031860F6A9}" type="pres">
      <dgm:prSet presAssocID="{54446EDF-5A7B-4324-80AB-AEB959CFA412}" presName="spaceRect" presStyleCnt="0"/>
      <dgm:spPr/>
    </dgm:pt>
    <dgm:pt modelId="{8DA853ED-E315-497C-93E8-B69BCAC17D43}" type="pres">
      <dgm:prSet presAssocID="{54446EDF-5A7B-4324-80AB-AEB959CFA412}" presName="textRect" presStyleLbl="revTx" presStyleIdx="3" presStyleCnt="4">
        <dgm:presLayoutVars>
          <dgm:chMax val="1"/>
          <dgm:chPref val="1"/>
        </dgm:presLayoutVars>
      </dgm:prSet>
      <dgm:spPr/>
    </dgm:pt>
  </dgm:ptLst>
  <dgm:cxnLst>
    <dgm:cxn modelId="{89EC032F-FA8E-4220-9A3A-21D1E7EBEAF5}" srcId="{018EEE82-4435-427B-834B-3C9566022295}" destId="{4B151C9B-6A5D-43C8-A98D-FCB55F2C1988}" srcOrd="1" destOrd="0" parTransId="{9BFF8744-2A1D-47D7-BF22-2B8B68030353}" sibTransId="{81EF179B-B294-4BF7-B455-52EB3157A7B2}"/>
    <dgm:cxn modelId="{4428E25E-7828-4A53-9C71-79899BB87A3F}" type="presOf" srcId="{B6E0D3E2-8E67-43C4-AF75-9B33407098D7}" destId="{9F473237-F5D1-4F73-AE6E-896F3F116F13}" srcOrd="0" destOrd="0" presId="urn:microsoft.com/office/officeart/2018/2/layout/IconLabelList"/>
    <dgm:cxn modelId="{7D349695-A54D-47F2-81F3-FA10A83C0DCF}" srcId="{018EEE82-4435-427B-834B-3C9566022295}" destId="{54446EDF-5A7B-4324-80AB-AEB959CFA412}" srcOrd="3" destOrd="0" parTransId="{DFCF8D9C-8518-4E48-8FC4-7C74BC9BF497}" sibTransId="{723BAE99-6829-4904-9D36-65ED111F48B9}"/>
    <dgm:cxn modelId="{FB5EB6B8-DFCB-4524-94D0-EACDBFAE7448}" srcId="{018EEE82-4435-427B-834B-3C9566022295}" destId="{B6E0D3E2-8E67-43C4-AF75-9B33407098D7}" srcOrd="2" destOrd="0" parTransId="{2C0B641B-D194-432B-839B-40C57F41D094}" sibTransId="{FE947D2F-EE7B-4653-AD6A-AB3FE40EE54A}"/>
    <dgm:cxn modelId="{1D8652BF-12EC-4D7D-9973-716CB4275B3D}" type="presOf" srcId="{54446EDF-5A7B-4324-80AB-AEB959CFA412}" destId="{8DA853ED-E315-497C-93E8-B69BCAC17D43}" srcOrd="0" destOrd="0" presId="urn:microsoft.com/office/officeart/2018/2/layout/IconLabelList"/>
    <dgm:cxn modelId="{212EB0D3-15C9-4989-A27E-E1C0504B9651}" type="presOf" srcId="{018EEE82-4435-427B-834B-3C9566022295}" destId="{A93FAEE7-C0D8-49D2-8D16-558DF1005C0C}" srcOrd="0" destOrd="0" presId="urn:microsoft.com/office/officeart/2018/2/layout/IconLabelList"/>
    <dgm:cxn modelId="{E79665D4-3F0E-45F2-A465-B17298ECF498}" type="presOf" srcId="{4B151C9B-6A5D-43C8-A98D-FCB55F2C1988}" destId="{FD2DD1F2-9D53-42BE-945E-7C42E64FC096}" srcOrd="0" destOrd="0" presId="urn:microsoft.com/office/officeart/2018/2/layout/IconLabelList"/>
    <dgm:cxn modelId="{B2F7F7D7-7E3B-4BA1-86DE-14170D14F54C}" srcId="{018EEE82-4435-427B-834B-3C9566022295}" destId="{E3270A35-73EE-4ECC-94EB-73ED80E94B0E}" srcOrd="0" destOrd="0" parTransId="{63E5C0C9-5B57-4F59-AC8E-9561AA35F9C9}" sibTransId="{69992C6F-24FB-48A5-834E-632B3C1D9008}"/>
    <dgm:cxn modelId="{FF6778DF-53BE-4A00-AE7A-6605A0159D0B}" type="presOf" srcId="{E3270A35-73EE-4ECC-94EB-73ED80E94B0E}" destId="{9D62224F-EA83-4B8D-B071-D257804E5484}" srcOrd="0" destOrd="0" presId="urn:microsoft.com/office/officeart/2018/2/layout/IconLabelList"/>
    <dgm:cxn modelId="{37F95A8B-D48A-4EBB-B341-CA1CDAC263F8}" type="presParOf" srcId="{A93FAEE7-C0D8-49D2-8D16-558DF1005C0C}" destId="{6B886B02-E164-4205-8F9E-24DFBDBE538A}" srcOrd="0" destOrd="0" presId="urn:microsoft.com/office/officeart/2018/2/layout/IconLabelList"/>
    <dgm:cxn modelId="{832D1F9B-1653-4DEA-BCD5-470A9542DB80}" type="presParOf" srcId="{6B886B02-E164-4205-8F9E-24DFBDBE538A}" destId="{8BA65CAB-87CA-49DD-9868-A8599E544FD4}" srcOrd="0" destOrd="0" presId="urn:microsoft.com/office/officeart/2018/2/layout/IconLabelList"/>
    <dgm:cxn modelId="{03FC0F1E-0001-4572-99FF-6F9DA258FA88}" type="presParOf" srcId="{6B886B02-E164-4205-8F9E-24DFBDBE538A}" destId="{30F41127-2DDD-46E6-8639-BD32B28EC89C}" srcOrd="1" destOrd="0" presId="urn:microsoft.com/office/officeart/2018/2/layout/IconLabelList"/>
    <dgm:cxn modelId="{FE61E3FF-A1BC-48F0-99E8-ACD9171378C2}" type="presParOf" srcId="{6B886B02-E164-4205-8F9E-24DFBDBE538A}" destId="{9D62224F-EA83-4B8D-B071-D257804E5484}" srcOrd="2" destOrd="0" presId="urn:microsoft.com/office/officeart/2018/2/layout/IconLabelList"/>
    <dgm:cxn modelId="{9A33F137-AEE4-45AD-AF14-2EA090A3A19C}" type="presParOf" srcId="{A93FAEE7-C0D8-49D2-8D16-558DF1005C0C}" destId="{64CC94FA-7E0A-49B8-B5E4-DF0243F658F4}" srcOrd="1" destOrd="0" presId="urn:microsoft.com/office/officeart/2018/2/layout/IconLabelList"/>
    <dgm:cxn modelId="{0B30BFEB-3959-4C00-9210-DF6D485CAFC9}" type="presParOf" srcId="{A93FAEE7-C0D8-49D2-8D16-558DF1005C0C}" destId="{8853569E-1CE2-42E6-A8AF-EAFE3A167836}" srcOrd="2" destOrd="0" presId="urn:microsoft.com/office/officeart/2018/2/layout/IconLabelList"/>
    <dgm:cxn modelId="{AD0A1E38-68CD-49B1-ABFE-635A459A5DC8}" type="presParOf" srcId="{8853569E-1CE2-42E6-A8AF-EAFE3A167836}" destId="{40572076-0C6F-473A-BE67-3EB7E5F6877D}" srcOrd="0" destOrd="0" presId="urn:microsoft.com/office/officeart/2018/2/layout/IconLabelList"/>
    <dgm:cxn modelId="{DEBC6163-AA66-4172-B981-EED5B24C2991}" type="presParOf" srcId="{8853569E-1CE2-42E6-A8AF-EAFE3A167836}" destId="{8A80FBA5-4C2F-4E45-95A0-D167C436402A}" srcOrd="1" destOrd="0" presId="urn:microsoft.com/office/officeart/2018/2/layout/IconLabelList"/>
    <dgm:cxn modelId="{35B8088F-D6C9-4E80-B010-803F63F8F8D3}" type="presParOf" srcId="{8853569E-1CE2-42E6-A8AF-EAFE3A167836}" destId="{FD2DD1F2-9D53-42BE-945E-7C42E64FC096}" srcOrd="2" destOrd="0" presId="urn:microsoft.com/office/officeart/2018/2/layout/IconLabelList"/>
    <dgm:cxn modelId="{084108B2-E471-40A8-8CA0-09F89F224642}" type="presParOf" srcId="{A93FAEE7-C0D8-49D2-8D16-558DF1005C0C}" destId="{04E78B2D-A4CC-44A9-86CE-2EFD18E5FFA2}" srcOrd="3" destOrd="0" presId="urn:microsoft.com/office/officeart/2018/2/layout/IconLabelList"/>
    <dgm:cxn modelId="{E7EFC792-1DB0-4402-8E0E-69A67616A53C}" type="presParOf" srcId="{A93FAEE7-C0D8-49D2-8D16-558DF1005C0C}" destId="{B8516AC9-28D3-44D2-84BF-2674F4D321C3}" srcOrd="4" destOrd="0" presId="urn:microsoft.com/office/officeart/2018/2/layout/IconLabelList"/>
    <dgm:cxn modelId="{D82C0FCC-9C1A-4F58-AC69-1977357FDE47}" type="presParOf" srcId="{B8516AC9-28D3-44D2-84BF-2674F4D321C3}" destId="{01BF2093-59A5-40AA-996E-C5621BF666E2}" srcOrd="0" destOrd="0" presId="urn:microsoft.com/office/officeart/2018/2/layout/IconLabelList"/>
    <dgm:cxn modelId="{E356EFC4-4CCB-4128-BFF8-6858369182FC}" type="presParOf" srcId="{B8516AC9-28D3-44D2-84BF-2674F4D321C3}" destId="{619D1440-6831-4B86-A3EF-37AF81A1AC2B}" srcOrd="1" destOrd="0" presId="urn:microsoft.com/office/officeart/2018/2/layout/IconLabelList"/>
    <dgm:cxn modelId="{EFBBF427-0CB8-4C03-BBF5-472A5010486C}" type="presParOf" srcId="{B8516AC9-28D3-44D2-84BF-2674F4D321C3}" destId="{9F473237-F5D1-4F73-AE6E-896F3F116F13}" srcOrd="2" destOrd="0" presId="urn:microsoft.com/office/officeart/2018/2/layout/IconLabelList"/>
    <dgm:cxn modelId="{6176E14B-DEA1-403D-9A22-4CEDECAA4DC4}" type="presParOf" srcId="{A93FAEE7-C0D8-49D2-8D16-558DF1005C0C}" destId="{FDF8B46D-41FD-4FD0-A1F8-728FB68091A0}" srcOrd="5" destOrd="0" presId="urn:microsoft.com/office/officeart/2018/2/layout/IconLabelList"/>
    <dgm:cxn modelId="{D861E9C5-8C91-4CEF-8CF9-EF56AF4F3999}" type="presParOf" srcId="{A93FAEE7-C0D8-49D2-8D16-558DF1005C0C}" destId="{97438973-74D9-47AC-BA19-D6AD148EA6A2}" srcOrd="6" destOrd="0" presId="urn:microsoft.com/office/officeart/2018/2/layout/IconLabelList"/>
    <dgm:cxn modelId="{12288470-5FA5-404A-8A25-DAC1D9CD7C64}" type="presParOf" srcId="{97438973-74D9-47AC-BA19-D6AD148EA6A2}" destId="{C4E57B7B-00AB-4D70-93E6-402521F7F74E}" srcOrd="0" destOrd="0" presId="urn:microsoft.com/office/officeart/2018/2/layout/IconLabelList"/>
    <dgm:cxn modelId="{4C864ECD-377B-40BD-8307-FE8FE6E19D88}" type="presParOf" srcId="{97438973-74D9-47AC-BA19-D6AD148EA6A2}" destId="{6C8B9823-D269-445F-A3AE-FC031860F6A9}" srcOrd="1" destOrd="0" presId="urn:microsoft.com/office/officeart/2018/2/layout/IconLabelList"/>
    <dgm:cxn modelId="{6F24ABE1-8617-4B08-AD7C-BE8BFA9BEF64}" type="presParOf" srcId="{97438973-74D9-47AC-BA19-D6AD148EA6A2}" destId="{8DA853ED-E315-497C-93E8-B69BCAC17D43}"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56574A-5F4A-40AF-845A-E09F45421FE7}"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3076909C-4421-4AEE-8EB1-982489E32AF6}">
      <dgm:prSet>
        <dgm:style>
          <a:lnRef idx="0">
            <a:schemeClr val="accent1"/>
          </a:lnRef>
          <a:fillRef idx="3">
            <a:schemeClr val="accent1"/>
          </a:fillRef>
          <a:effectRef idx="3">
            <a:schemeClr val="accent1"/>
          </a:effectRef>
          <a:fontRef idx="minor">
            <a:schemeClr val="lt1"/>
          </a:fontRef>
        </dgm:style>
      </dgm:prSet>
      <dgm:spPr>
        <a:ln>
          <a:solidFill>
            <a:schemeClr val="tx1"/>
          </a:solidFill>
        </a:ln>
      </dgm:spPr>
      <dgm:t>
        <a:bodyPr/>
        <a:lstStyle/>
        <a:p>
          <a:pPr algn="ctr"/>
          <a:r>
            <a:rPr lang="en-US" dirty="0"/>
            <a:t>1. The QR code sticker is placed correctly at destination points for drop off.</a:t>
          </a:r>
          <a:br>
            <a:rPr lang="en-US" dirty="0"/>
          </a:br>
          <a:endParaRPr lang="en-US" dirty="0"/>
        </a:p>
      </dgm:t>
    </dgm:pt>
    <dgm:pt modelId="{F58CDC6C-E0E3-49DA-9A62-60447C3B294E}" type="parTrans" cxnId="{629F8BD0-7F3C-465D-8E55-C509CCC17A3F}">
      <dgm:prSet/>
      <dgm:spPr/>
      <dgm:t>
        <a:bodyPr/>
        <a:lstStyle/>
        <a:p>
          <a:endParaRPr lang="en-US"/>
        </a:p>
      </dgm:t>
    </dgm:pt>
    <dgm:pt modelId="{1B24450B-47D4-48F1-9BFE-1F2598E18C4B}" type="sibTrans" cxnId="{629F8BD0-7F3C-465D-8E55-C509CCC17A3F}">
      <dgm:prSet/>
      <dgm:spPr/>
      <dgm:t>
        <a:bodyPr/>
        <a:lstStyle/>
        <a:p>
          <a:endParaRPr lang="en-US"/>
        </a:p>
      </dgm:t>
    </dgm:pt>
    <dgm:pt modelId="{D873F6D4-68A6-4F2C-8A2E-5E26026817D9}">
      <dgm:prSet>
        <dgm:style>
          <a:lnRef idx="0">
            <a:schemeClr val="accent1"/>
          </a:lnRef>
          <a:fillRef idx="3">
            <a:schemeClr val="accent1"/>
          </a:fillRef>
          <a:effectRef idx="3">
            <a:schemeClr val="accent1"/>
          </a:effectRef>
          <a:fontRef idx="minor">
            <a:schemeClr val="lt1"/>
          </a:fontRef>
        </dgm:style>
      </dgm:prSet>
      <dgm:spPr>
        <a:ln>
          <a:solidFill>
            <a:schemeClr val="tx1"/>
          </a:solidFill>
        </a:ln>
      </dgm:spPr>
      <dgm:t>
        <a:bodyPr/>
        <a:lstStyle/>
        <a:p>
          <a:r>
            <a:rPr lang="en-US" dirty="0"/>
            <a:t>2. Elderly and physically disabled users are willing to allow an assistive robotic system to support routine waste handling tasks.</a:t>
          </a:r>
          <a:br>
            <a:rPr lang="en-US" dirty="0"/>
          </a:br>
          <a:endParaRPr lang="en-US" dirty="0"/>
        </a:p>
      </dgm:t>
    </dgm:pt>
    <dgm:pt modelId="{D001C8E5-FD6D-403C-AF90-529B2EF7EF92}" type="parTrans" cxnId="{D46AC49E-7463-4079-AD81-5322A06AE676}">
      <dgm:prSet/>
      <dgm:spPr/>
      <dgm:t>
        <a:bodyPr/>
        <a:lstStyle/>
        <a:p>
          <a:endParaRPr lang="en-US"/>
        </a:p>
      </dgm:t>
    </dgm:pt>
    <dgm:pt modelId="{1F644AFE-F960-42A5-866D-1B0FD96586F5}" type="sibTrans" cxnId="{D46AC49E-7463-4079-AD81-5322A06AE676}">
      <dgm:prSet/>
      <dgm:spPr/>
      <dgm:t>
        <a:bodyPr/>
        <a:lstStyle/>
        <a:p>
          <a:endParaRPr lang="en-US"/>
        </a:p>
      </dgm:t>
    </dgm:pt>
    <dgm:pt modelId="{4BA41791-639D-42B5-B707-573A4BE1014D}">
      <dgm:prSet>
        <dgm:style>
          <a:lnRef idx="0">
            <a:schemeClr val="accent1"/>
          </a:lnRef>
          <a:fillRef idx="3">
            <a:schemeClr val="accent1"/>
          </a:fillRef>
          <a:effectRef idx="3">
            <a:schemeClr val="accent1"/>
          </a:effectRef>
          <a:fontRef idx="minor">
            <a:schemeClr val="lt1"/>
          </a:fontRef>
        </dgm:style>
      </dgm:prSet>
      <dgm:spPr>
        <a:ln>
          <a:solidFill>
            <a:schemeClr val="tx1"/>
          </a:solidFill>
        </a:ln>
      </dgm:spPr>
      <dgm:t>
        <a:bodyPr/>
        <a:lstStyle/>
        <a:p>
          <a:r>
            <a:rPr lang="en-US" dirty="0"/>
            <a:t>3. Users will not be required to directly interact with the system during normal operation.</a:t>
          </a:r>
          <a:br>
            <a:rPr lang="en-US" dirty="0"/>
          </a:br>
          <a:r>
            <a:rPr lang="en-US" dirty="0"/>
            <a:t> </a:t>
          </a:r>
        </a:p>
      </dgm:t>
    </dgm:pt>
    <dgm:pt modelId="{CFA6BF08-F7B7-46F7-863A-2ADC2384E605}" type="parTrans" cxnId="{A22D516C-8A0E-4D35-B4A1-7D24E6E508B5}">
      <dgm:prSet/>
      <dgm:spPr/>
      <dgm:t>
        <a:bodyPr/>
        <a:lstStyle/>
        <a:p>
          <a:endParaRPr lang="en-US"/>
        </a:p>
      </dgm:t>
    </dgm:pt>
    <dgm:pt modelId="{3028DB56-E15E-4BE2-A08E-0FCE7CCD03FF}" type="sibTrans" cxnId="{A22D516C-8A0E-4D35-B4A1-7D24E6E508B5}">
      <dgm:prSet/>
      <dgm:spPr/>
      <dgm:t>
        <a:bodyPr/>
        <a:lstStyle/>
        <a:p>
          <a:endParaRPr lang="en-US"/>
        </a:p>
      </dgm:t>
    </dgm:pt>
    <dgm:pt modelId="{4478C751-8714-410C-AA50-F0858869D468}">
      <dgm:prSet>
        <dgm:style>
          <a:lnRef idx="0">
            <a:schemeClr val="accent1"/>
          </a:lnRef>
          <a:fillRef idx="3">
            <a:schemeClr val="accent1"/>
          </a:fillRef>
          <a:effectRef idx="3">
            <a:schemeClr val="accent1"/>
          </a:effectRef>
          <a:fontRef idx="minor">
            <a:schemeClr val="lt1"/>
          </a:fontRef>
        </dgm:style>
      </dgm:prSet>
      <dgm:spPr>
        <a:ln>
          <a:solidFill>
            <a:schemeClr val="tx1"/>
          </a:solidFill>
        </a:ln>
      </dgm:spPr>
      <dgm:t>
        <a:bodyPr/>
        <a:lstStyle/>
        <a:p>
          <a:r>
            <a:rPr lang="en-US" dirty="0"/>
            <a:t>4. The LiDAR sensor will detect appropriate sizes of obstacles.</a:t>
          </a:r>
        </a:p>
      </dgm:t>
    </dgm:pt>
    <dgm:pt modelId="{AAD5925F-22DC-4D02-A042-D421081680D8}" type="parTrans" cxnId="{8717CCA2-30D4-4C9C-B4B6-A363271DF0B5}">
      <dgm:prSet/>
      <dgm:spPr/>
      <dgm:t>
        <a:bodyPr/>
        <a:lstStyle/>
        <a:p>
          <a:endParaRPr lang="en-US"/>
        </a:p>
      </dgm:t>
    </dgm:pt>
    <dgm:pt modelId="{355933A6-0C14-443E-BED0-29A11E8715B7}" type="sibTrans" cxnId="{8717CCA2-30D4-4C9C-B4B6-A363271DF0B5}">
      <dgm:prSet/>
      <dgm:spPr/>
      <dgm:t>
        <a:bodyPr/>
        <a:lstStyle/>
        <a:p>
          <a:endParaRPr lang="en-US"/>
        </a:p>
      </dgm:t>
    </dgm:pt>
    <dgm:pt modelId="{0BEC4646-729F-45A2-82C3-67FC3E146647}">
      <dgm:prSet>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dgm:spPr>
      <dgm:t>
        <a:bodyPr/>
        <a:lstStyle/>
        <a:p>
          <a:r>
            <a:rPr lang="en-US" dirty="0"/>
            <a:t>1. Designed to operate with minimal human feedback.</a:t>
          </a:r>
        </a:p>
      </dgm:t>
    </dgm:pt>
    <dgm:pt modelId="{3B1BCB11-3E01-4646-8E59-3A85583AA438}" type="parTrans" cxnId="{D27BF671-8EA4-4412-9569-F0F751DF5722}">
      <dgm:prSet/>
      <dgm:spPr/>
      <dgm:t>
        <a:bodyPr/>
        <a:lstStyle/>
        <a:p>
          <a:endParaRPr lang="en-US"/>
        </a:p>
      </dgm:t>
    </dgm:pt>
    <dgm:pt modelId="{68B541C2-ACD5-47CE-8E26-0D6A408D5193}" type="sibTrans" cxnId="{D27BF671-8EA4-4412-9569-F0F751DF5722}">
      <dgm:prSet/>
      <dgm:spPr/>
      <dgm:t>
        <a:bodyPr/>
        <a:lstStyle/>
        <a:p>
          <a:endParaRPr lang="en-US"/>
        </a:p>
      </dgm:t>
    </dgm:pt>
    <dgm:pt modelId="{E6303D38-6A79-4920-AE1D-74ACF18EEE49}">
      <dgm:prSet>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dgm:spPr>
      <dgm:t>
        <a:bodyPr/>
        <a:lstStyle/>
        <a:p>
          <a:r>
            <a:rPr lang="en-US" dirty="0"/>
            <a:t>2. Operation is limited to indoor environments and outdoor concrete or similarly flat surfaces.</a:t>
          </a:r>
        </a:p>
      </dgm:t>
    </dgm:pt>
    <dgm:pt modelId="{575C0E8C-18DB-42B0-960B-DEAFBED10A9D}" type="parTrans" cxnId="{8320783D-D97A-464B-B3FA-5391F96E358D}">
      <dgm:prSet/>
      <dgm:spPr/>
      <dgm:t>
        <a:bodyPr/>
        <a:lstStyle/>
        <a:p>
          <a:endParaRPr lang="en-US"/>
        </a:p>
      </dgm:t>
    </dgm:pt>
    <dgm:pt modelId="{9F356A59-5A35-48B7-9CCE-3C4D4859CD8A}" type="sibTrans" cxnId="{8320783D-D97A-464B-B3FA-5391F96E358D}">
      <dgm:prSet/>
      <dgm:spPr/>
      <dgm:t>
        <a:bodyPr/>
        <a:lstStyle/>
        <a:p>
          <a:endParaRPr lang="en-US"/>
        </a:p>
      </dgm:t>
    </dgm:pt>
    <dgm:pt modelId="{B5B9C13B-20CD-4349-9FB1-DB69904E624B}">
      <dgm:prSet>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dgm:spPr>
      <dgm:t>
        <a:bodyPr/>
        <a:lstStyle/>
        <a:p>
          <a:r>
            <a:rPr lang="en-US" dirty="0"/>
            <a:t>3. The system is not designed to operate on uneven terrain, stairs, or soft ground surfaces such as grass or gravel.</a:t>
          </a:r>
        </a:p>
      </dgm:t>
    </dgm:pt>
    <dgm:pt modelId="{B7C883A3-2248-49E1-BF49-57B03BE1B9F4}" type="parTrans" cxnId="{7038D4A0-F89F-4C92-AC78-AA9CFF0A4A0F}">
      <dgm:prSet/>
      <dgm:spPr/>
      <dgm:t>
        <a:bodyPr/>
        <a:lstStyle/>
        <a:p>
          <a:endParaRPr lang="en-US"/>
        </a:p>
      </dgm:t>
    </dgm:pt>
    <dgm:pt modelId="{FE6A1BA0-8E78-40CA-87A4-73330ED14DB0}" type="sibTrans" cxnId="{7038D4A0-F89F-4C92-AC78-AA9CFF0A4A0F}">
      <dgm:prSet/>
      <dgm:spPr/>
      <dgm:t>
        <a:bodyPr/>
        <a:lstStyle/>
        <a:p>
          <a:endParaRPr lang="en-US"/>
        </a:p>
      </dgm:t>
    </dgm:pt>
    <dgm:pt modelId="{FDD2F67F-22BC-4832-AE85-31DAFB0C25EC}">
      <dgm:prSet>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dgm:spPr>
      <dgm:t>
        <a:bodyPr/>
        <a:lstStyle/>
        <a:p>
          <a:r>
            <a:rPr lang="en-US" dirty="0"/>
            <a:t>4. Performance may be affected by environmental factors such as lighting conditions, obstacles, or layout complexity.</a:t>
          </a:r>
        </a:p>
      </dgm:t>
    </dgm:pt>
    <dgm:pt modelId="{B312E60A-D88B-49C5-A7F6-2DC5AE5B6971}" type="parTrans" cxnId="{65D22150-B532-4D3C-913C-D530C72D52C1}">
      <dgm:prSet/>
      <dgm:spPr/>
      <dgm:t>
        <a:bodyPr/>
        <a:lstStyle/>
        <a:p>
          <a:endParaRPr lang="en-US"/>
        </a:p>
      </dgm:t>
    </dgm:pt>
    <dgm:pt modelId="{5687D514-7987-424C-9226-2F814B8F9135}" type="sibTrans" cxnId="{65D22150-B532-4D3C-913C-D530C72D52C1}">
      <dgm:prSet/>
      <dgm:spPr/>
      <dgm:t>
        <a:bodyPr/>
        <a:lstStyle/>
        <a:p>
          <a:endParaRPr lang="en-US"/>
        </a:p>
      </dgm:t>
    </dgm:pt>
    <dgm:pt modelId="{FDC722B5-D735-4B78-8018-4E18FEDB0228}" type="pres">
      <dgm:prSet presAssocID="{C156574A-5F4A-40AF-845A-E09F45421FE7}" presName="diagram" presStyleCnt="0">
        <dgm:presLayoutVars>
          <dgm:dir/>
          <dgm:resizeHandles val="exact"/>
        </dgm:presLayoutVars>
      </dgm:prSet>
      <dgm:spPr/>
    </dgm:pt>
    <dgm:pt modelId="{11041777-6928-4BC7-AFD6-2CF5531B301B}" type="pres">
      <dgm:prSet presAssocID="{3076909C-4421-4AEE-8EB1-982489E32AF6}" presName="node" presStyleLbl="node1" presStyleIdx="0" presStyleCnt="8">
        <dgm:presLayoutVars>
          <dgm:bulletEnabled val="1"/>
        </dgm:presLayoutVars>
      </dgm:prSet>
      <dgm:spPr/>
    </dgm:pt>
    <dgm:pt modelId="{D3DA1BBF-5B19-4706-A170-E7DB278DA550}" type="pres">
      <dgm:prSet presAssocID="{1B24450B-47D4-48F1-9BFE-1F2598E18C4B}" presName="sibTrans" presStyleCnt="0"/>
      <dgm:spPr/>
    </dgm:pt>
    <dgm:pt modelId="{0C603D32-B271-4770-B1AE-ABCE22F0BEE6}" type="pres">
      <dgm:prSet presAssocID="{D873F6D4-68A6-4F2C-8A2E-5E26026817D9}" presName="node" presStyleLbl="node1" presStyleIdx="1" presStyleCnt="8">
        <dgm:presLayoutVars>
          <dgm:bulletEnabled val="1"/>
        </dgm:presLayoutVars>
      </dgm:prSet>
      <dgm:spPr/>
    </dgm:pt>
    <dgm:pt modelId="{EF3A114E-CAF6-4A72-A564-1821FD39C218}" type="pres">
      <dgm:prSet presAssocID="{1F644AFE-F960-42A5-866D-1B0FD96586F5}" presName="sibTrans" presStyleCnt="0"/>
      <dgm:spPr/>
    </dgm:pt>
    <dgm:pt modelId="{9D1149C6-00CD-4CBA-BCA5-3ECD2EA82398}" type="pres">
      <dgm:prSet presAssocID="{4BA41791-639D-42B5-B707-573A4BE1014D}" presName="node" presStyleLbl="node1" presStyleIdx="2" presStyleCnt="8">
        <dgm:presLayoutVars>
          <dgm:bulletEnabled val="1"/>
        </dgm:presLayoutVars>
      </dgm:prSet>
      <dgm:spPr/>
    </dgm:pt>
    <dgm:pt modelId="{52FFCAE6-7499-4A63-929F-1E79347832AF}" type="pres">
      <dgm:prSet presAssocID="{3028DB56-E15E-4BE2-A08E-0FCE7CCD03FF}" presName="sibTrans" presStyleCnt="0"/>
      <dgm:spPr/>
    </dgm:pt>
    <dgm:pt modelId="{2E60CF21-FF17-43E8-A25B-B1BBA064C3FA}" type="pres">
      <dgm:prSet presAssocID="{4478C751-8714-410C-AA50-F0858869D468}" presName="node" presStyleLbl="node1" presStyleIdx="3" presStyleCnt="8">
        <dgm:presLayoutVars>
          <dgm:bulletEnabled val="1"/>
        </dgm:presLayoutVars>
      </dgm:prSet>
      <dgm:spPr/>
    </dgm:pt>
    <dgm:pt modelId="{2BCEE7A7-152B-434D-AFB5-FBB0FB6C0FFE}" type="pres">
      <dgm:prSet presAssocID="{355933A6-0C14-443E-BED0-29A11E8715B7}" presName="sibTrans" presStyleCnt="0"/>
      <dgm:spPr/>
    </dgm:pt>
    <dgm:pt modelId="{A86873C5-E94A-4207-B7E0-394B8D29D943}" type="pres">
      <dgm:prSet presAssocID="{0BEC4646-729F-45A2-82C3-67FC3E146647}" presName="node" presStyleLbl="node1" presStyleIdx="4" presStyleCnt="8" custLinFactNeighborX="-126" custLinFactNeighborY="43510">
        <dgm:presLayoutVars>
          <dgm:bulletEnabled val="1"/>
        </dgm:presLayoutVars>
      </dgm:prSet>
      <dgm:spPr/>
    </dgm:pt>
    <dgm:pt modelId="{5205E97C-1AEE-48C0-BAE0-4E223072EF83}" type="pres">
      <dgm:prSet presAssocID="{68B541C2-ACD5-47CE-8E26-0D6A408D5193}" presName="sibTrans" presStyleCnt="0"/>
      <dgm:spPr/>
    </dgm:pt>
    <dgm:pt modelId="{FE0376D6-739D-43F1-9E72-047D33BB8B53}" type="pres">
      <dgm:prSet presAssocID="{E6303D38-6A79-4920-AE1D-74ACF18EEE49}" presName="node" presStyleLbl="node1" presStyleIdx="5" presStyleCnt="8" custLinFactNeighborY="44424">
        <dgm:presLayoutVars>
          <dgm:bulletEnabled val="1"/>
        </dgm:presLayoutVars>
      </dgm:prSet>
      <dgm:spPr/>
    </dgm:pt>
    <dgm:pt modelId="{1CFF6A09-F6AB-487A-99E4-A85E326A3DE0}" type="pres">
      <dgm:prSet presAssocID="{9F356A59-5A35-48B7-9CCE-3C4D4859CD8A}" presName="sibTrans" presStyleCnt="0"/>
      <dgm:spPr/>
    </dgm:pt>
    <dgm:pt modelId="{84F1DE9F-FA42-4290-B95F-D8014E24A294}" type="pres">
      <dgm:prSet presAssocID="{B5B9C13B-20CD-4349-9FB1-DB69904E624B}" presName="node" presStyleLbl="node1" presStyleIdx="6" presStyleCnt="8" custLinFactNeighborY="43510">
        <dgm:presLayoutVars>
          <dgm:bulletEnabled val="1"/>
        </dgm:presLayoutVars>
      </dgm:prSet>
      <dgm:spPr/>
    </dgm:pt>
    <dgm:pt modelId="{D7A26BF3-757B-41A1-B153-72D6E6494785}" type="pres">
      <dgm:prSet presAssocID="{FE6A1BA0-8E78-40CA-87A4-73330ED14DB0}" presName="sibTrans" presStyleCnt="0"/>
      <dgm:spPr/>
    </dgm:pt>
    <dgm:pt modelId="{AD5C4B8B-0F6A-4634-9714-A874424CC98F}" type="pres">
      <dgm:prSet presAssocID="{FDD2F67F-22BC-4832-AE85-31DAFB0C25EC}" presName="node" presStyleLbl="node1" presStyleIdx="7" presStyleCnt="8" custLinFactNeighborY="43510">
        <dgm:presLayoutVars>
          <dgm:bulletEnabled val="1"/>
        </dgm:presLayoutVars>
      </dgm:prSet>
      <dgm:spPr/>
    </dgm:pt>
  </dgm:ptLst>
  <dgm:cxnLst>
    <dgm:cxn modelId="{5FC81711-4B0A-41E7-A63B-CC2324C69EBA}" type="presOf" srcId="{0BEC4646-729F-45A2-82C3-67FC3E146647}" destId="{A86873C5-E94A-4207-B7E0-394B8D29D943}" srcOrd="0" destOrd="0" presId="urn:microsoft.com/office/officeart/2005/8/layout/default"/>
    <dgm:cxn modelId="{8320783D-D97A-464B-B3FA-5391F96E358D}" srcId="{C156574A-5F4A-40AF-845A-E09F45421FE7}" destId="{E6303D38-6A79-4920-AE1D-74ACF18EEE49}" srcOrd="5" destOrd="0" parTransId="{575C0E8C-18DB-42B0-960B-DEAFBED10A9D}" sibTransId="{9F356A59-5A35-48B7-9CCE-3C4D4859CD8A}"/>
    <dgm:cxn modelId="{E776964B-AA17-47E7-91C3-3DC601E46FDF}" type="presOf" srcId="{4BA41791-639D-42B5-B707-573A4BE1014D}" destId="{9D1149C6-00CD-4CBA-BCA5-3ECD2EA82398}" srcOrd="0" destOrd="0" presId="urn:microsoft.com/office/officeart/2005/8/layout/default"/>
    <dgm:cxn modelId="{A22D516C-8A0E-4D35-B4A1-7D24E6E508B5}" srcId="{C156574A-5F4A-40AF-845A-E09F45421FE7}" destId="{4BA41791-639D-42B5-B707-573A4BE1014D}" srcOrd="2" destOrd="0" parTransId="{CFA6BF08-F7B7-46F7-863A-2ADC2384E605}" sibTransId="{3028DB56-E15E-4BE2-A08E-0FCE7CCD03FF}"/>
    <dgm:cxn modelId="{65D22150-B532-4D3C-913C-D530C72D52C1}" srcId="{C156574A-5F4A-40AF-845A-E09F45421FE7}" destId="{FDD2F67F-22BC-4832-AE85-31DAFB0C25EC}" srcOrd="7" destOrd="0" parTransId="{B312E60A-D88B-49C5-A7F6-2DC5AE5B6971}" sibTransId="{5687D514-7987-424C-9226-2F814B8F9135}"/>
    <dgm:cxn modelId="{D27BF671-8EA4-4412-9569-F0F751DF5722}" srcId="{C156574A-5F4A-40AF-845A-E09F45421FE7}" destId="{0BEC4646-729F-45A2-82C3-67FC3E146647}" srcOrd="4" destOrd="0" parTransId="{3B1BCB11-3E01-4646-8E59-3A85583AA438}" sibTransId="{68B541C2-ACD5-47CE-8E26-0D6A408D5193}"/>
    <dgm:cxn modelId="{F9A22B53-B191-4519-BE47-B21AE90BD0EF}" type="presOf" srcId="{C156574A-5F4A-40AF-845A-E09F45421FE7}" destId="{FDC722B5-D735-4B78-8018-4E18FEDB0228}" srcOrd="0" destOrd="0" presId="urn:microsoft.com/office/officeart/2005/8/layout/default"/>
    <dgm:cxn modelId="{A6F6B68A-A85C-4CD4-B422-AB87EC762228}" type="presOf" srcId="{FDD2F67F-22BC-4832-AE85-31DAFB0C25EC}" destId="{AD5C4B8B-0F6A-4634-9714-A874424CC98F}" srcOrd="0" destOrd="0" presId="urn:microsoft.com/office/officeart/2005/8/layout/default"/>
    <dgm:cxn modelId="{AE61AB9B-442C-438F-A18D-4232DBF91875}" type="presOf" srcId="{3076909C-4421-4AEE-8EB1-982489E32AF6}" destId="{11041777-6928-4BC7-AFD6-2CF5531B301B}" srcOrd="0" destOrd="0" presId="urn:microsoft.com/office/officeart/2005/8/layout/default"/>
    <dgm:cxn modelId="{D46AC49E-7463-4079-AD81-5322A06AE676}" srcId="{C156574A-5F4A-40AF-845A-E09F45421FE7}" destId="{D873F6D4-68A6-4F2C-8A2E-5E26026817D9}" srcOrd="1" destOrd="0" parTransId="{D001C8E5-FD6D-403C-AF90-529B2EF7EF92}" sibTransId="{1F644AFE-F960-42A5-866D-1B0FD96586F5}"/>
    <dgm:cxn modelId="{7038D4A0-F89F-4C92-AC78-AA9CFF0A4A0F}" srcId="{C156574A-5F4A-40AF-845A-E09F45421FE7}" destId="{B5B9C13B-20CD-4349-9FB1-DB69904E624B}" srcOrd="6" destOrd="0" parTransId="{B7C883A3-2248-49E1-BF49-57B03BE1B9F4}" sibTransId="{FE6A1BA0-8E78-40CA-87A4-73330ED14DB0}"/>
    <dgm:cxn modelId="{8717CCA2-30D4-4C9C-B4B6-A363271DF0B5}" srcId="{C156574A-5F4A-40AF-845A-E09F45421FE7}" destId="{4478C751-8714-410C-AA50-F0858869D468}" srcOrd="3" destOrd="0" parTransId="{AAD5925F-22DC-4D02-A042-D421081680D8}" sibTransId="{355933A6-0C14-443E-BED0-29A11E8715B7}"/>
    <dgm:cxn modelId="{1017F7BA-21FB-45B0-A26F-099D716F2AED}" type="presOf" srcId="{E6303D38-6A79-4920-AE1D-74ACF18EEE49}" destId="{FE0376D6-739D-43F1-9E72-047D33BB8B53}" srcOrd="0" destOrd="0" presId="urn:microsoft.com/office/officeart/2005/8/layout/default"/>
    <dgm:cxn modelId="{629F8BD0-7F3C-465D-8E55-C509CCC17A3F}" srcId="{C156574A-5F4A-40AF-845A-E09F45421FE7}" destId="{3076909C-4421-4AEE-8EB1-982489E32AF6}" srcOrd="0" destOrd="0" parTransId="{F58CDC6C-E0E3-49DA-9A62-60447C3B294E}" sibTransId="{1B24450B-47D4-48F1-9BFE-1F2598E18C4B}"/>
    <dgm:cxn modelId="{A4C9D1D2-7621-47BA-870F-315E0C6EBAA7}" type="presOf" srcId="{B5B9C13B-20CD-4349-9FB1-DB69904E624B}" destId="{84F1DE9F-FA42-4290-B95F-D8014E24A294}" srcOrd="0" destOrd="0" presId="urn:microsoft.com/office/officeart/2005/8/layout/default"/>
    <dgm:cxn modelId="{CBD08FE2-7344-4737-8194-7DF194E16E3C}" type="presOf" srcId="{D873F6D4-68A6-4F2C-8A2E-5E26026817D9}" destId="{0C603D32-B271-4770-B1AE-ABCE22F0BEE6}" srcOrd="0" destOrd="0" presId="urn:microsoft.com/office/officeart/2005/8/layout/default"/>
    <dgm:cxn modelId="{2EEBB0F2-40F1-4F2D-ADF7-1493BB201F49}" type="presOf" srcId="{4478C751-8714-410C-AA50-F0858869D468}" destId="{2E60CF21-FF17-43E8-A25B-B1BBA064C3FA}" srcOrd="0" destOrd="0" presId="urn:microsoft.com/office/officeart/2005/8/layout/default"/>
    <dgm:cxn modelId="{45495A36-C2C3-4129-B6AF-C69A0BB8410A}" type="presParOf" srcId="{FDC722B5-D735-4B78-8018-4E18FEDB0228}" destId="{11041777-6928-4BC7-AFD6-2CF5531B301B}" srcOrd="0" destOrd="0" presId="urn:microsoft.com/office/officeart/2005/8/layout/default"/>
    <dgm:cxn modelId="{3E88B5BF-950B-44D9-89AD-A4DC468870CE}" type="presParOf" srcId="{FDC722B5-D735-4B78-8018-4E18FEDB0228}" destId="{D3DA1BBF-5B19-4706-A170-E7DB278DA550}" srcOrd="1" destOrd="0" presId="urn:microsoft.com/office/officeart/2005/8/layout/default"/>
    <dgm:cxn modelId="{6B5D63D2-B4AD-414F-8407-DE91ACD50AC8}" type="presParOf" srcId="{FDC722B5-D735-4B78-8018-4E18FEDB0228}" destId="{0C603D32-B271-4770-B1AE-ABCE22F0BEE6}" srcOrd="2" destOrd="0" presId="urn:microsoft.com/office/officeart/2005/8/layout/default"/>
    <dgm:cxn modelId="{0C9571D7-2EA8-4521-868D-531B32BC06D3}" type="presParOf" srcId="{FDC722B5-D735-4B78-8018-4E18FEDB0228}" destId="{EF3A114E-CAF6-4A72-A564-1821FD39C218}" srcOrd="3" destOrd="0" presId="urn:microsoft.com/office/officeart/2005/8/layout/default"/>
    <dgm:cxn modelId="{03D1C19E-14BA-4C9E-8D75-9F7EB584923B}" type="presParOf" srcId="{FDC722B5-D735-4B78-8018-4E18FEDB0228}" destId="{9D1149C6-00CD-4CBA-BCA5-3ECD2EA82398}" srcOrd="4" destOrd="0" presId="urn:microsoft.com/office/officeart/2005/8/layout/default"/>
    <dgm:cxn modelId="{63FD1258-1A93-4341-B78C-E7594409F2D3}" type="presParOf" srcId="{FDC722B5-D735-4B78-8018-4E18FEDB0228}" destId="{52FFCAE6-7499-4A63-929F-1E79347832AF}" srcOrd="5" destOrd="0" presId="urn:microsoft.com/office/officeart/2005/8/layout/default"/>
    <dgm:cxn modelId="{0CEFE71B-420A-4B46-813E-C82B5BC06693}" type="presParOf" srcId="{FDC722B5-D735-4B78-8018-4E18FEDB0228}" destId="{2E60CF21-FF17-43E8-A25B-B1BBA064C3FA}" srcOrd="6" destOrd="0" presId="urn:microsoft.com/office/officeart/2005/8/layout/default"/>
    <dgm:cxn modelId="{EFB56326-08DA-49E5-B9C0-0A4C92B34420}" type="presParOf" srcId="{FDC722B5-D735-4B78-8018-4E18FEDB0228}" destId="{2BCEE7A7-152B-434D-AFB5-FBB0FB6C0FFE}" srcOrd="7" destOrd="0" presId="urn:microsoft.com/office/officeart/2005/8/layout/default"/>
    <dgm:cxn modelId="{43AEF785-50A0-4D15-A61D-1552C0449318}" type="presParOf" srcId="{FDC722B5-D735-4B78-8018-4E18FEDB0228}" destId="{A86873C5-E94A-4207-B7E0-394B8D29D943}" srcOrd="8" destOrd="0" presId="urn:microsoft.com/office/officeart/2005/8/layout/default"/>
    <dgm:cxn modelId="{104566DD-6D7C-44B3-A22D-C0B4A7F78D42}" type="presParOf" srcId="{FDC722B5-D735-4B78-8018-4E18FEDB0228}" destId="{5205E97C-1AEE-48C0-BAE0-4E223072EF83}" srcOrd="9" destOrd="0" presId="urn:microsoft.com/office/officeart/2005/8/layout/default"/>
    <dgm:cxn modelId="{F96FEEA3-3CA7-493B-865C-54F1D0CB79A8}" type="presParOf" srcId="{FDC722B5-D735-4B78-8018-4E18FEDB0228}" destId="{FE0376D6-739D-43F1-9E72-047D33BB8B53}" srcOrd="10" destOrd="0" presId="urn:microsoft.com/office/officeart/2005/8/layout/default"/>
    <dgm:cxn modelId="{6DF47C53-ED2B-450C-BDD3-D442CA07FFF7}" type="presParOf" srcId="{FDC722B5-D735-4B78-8018-4E18FEDB0228}" destId="{1CFF6A09-F6AB-487A-99E4-A85E326A3DE0}" srcOrd="11" destOrd="0" presId="urn:microsoft.com/office/officeart/2005/8/layout/default"/>
    <dgm:cxn modelId="{2A3F0324-A480-4666-84DA-E9C0C544762C}" type="presParOf" srcId="{FDC722B5-D735-4B78-8018-4E18FEDB0228}" destId="{84F1DE9F-FA42-4290-B95F-D8014E24A294}" srcOrd="12" destOrd="0" presId="urn:microsoft.com/office/officeart/2005/8/layout/default"/>
    <dgm:cxn modelId="{5C5DA26C-BE6D-4287-9DC9-A945EC65B07B}" type="presParOf" srcId="{FDC722B5-D735-4B78-8018-4E18FEDB0228}" destId="{D7A26BF3-757B-41A1-B153-72D6E6494785}" srcOrd="13" destOrd="0" presId="urn:microsoft.com/office/officeart/2005/8/layout/default"/>
    <dgm:cxn modelId="{B2361C4E-5019-4AE8-9729-F90B924D8D19}" type="presParOf" srcId="{FDC722B5-D735-4B78-8018-4E18FEDB0228}" destId="{AD5C4B8B-0F6A-4634-9714-A874424CC98F}"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B43950F-D9E8-4645-8AE2-949463B87A0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7D4F35D-9708-442E-A34A-019D8EEE73E1}">
      <dgm:prSet/>
      <dgm:spPr/>
      <dgm:t>
        <a:bodyPr/>
        <a:lstStyle/>
        <a:p>
          <a:r>
            <a:rPr lang="en-US" dirty="0"/>
            <a:t>- Elderly people (65+). </a:t>
          </a:r>
        </a:p>
        <a:p>
          <a:r>
            <a:rPr lang="en-US" dirty="0"/>
            <a:t>- Adults with physical limitations. </a:t>
          </a:r>
        </a:p>
        <a:p>
          <a:r>
            <a:rPr lang="en-US" dirty="0"/>
            <a:t>- Secondary users such as caregivers and faculty staff.</a:t>
          </a:r>
        </a:p>
      </dgm:t>
    </dgm:pt>
    <dgm:pt modelId="{E85190F3-2194-4D06-B823-85891801F66C}" type="parTrans" cxnId="{6D3C2794-F1CC-4458-B87C-3A868EE8BD52}">
      <dgm:prSet/>
      <dgm:spPr/>
      <dgm:t>
        <a:bodyPr/>
        <a:lstStyle/>
        <a:p>
          <a:endParaRPr lang="en-US"/>
        </a:p>
      </dgm:t>
    </dgm:pt>
    <dgm:pt modelId="{0525A969-7B5D-46A9-9E7F-A4714DCC739D}" type="sibTrans" cxnId="{6D3C2794-F1CC-4458-B87C-3A868EE8BD52}">
      <dgm:prSet/>
      <dgm:spPr/>
      <dgm:t>
        <a:bodyPr/>
        <a:lstStyle/>
        <a:p>
          <a:endParaRPr lang="en-US"/>
        </a:p>
      </dgm:t>
    </dgm:pt>
    <dgm:pt modelId="{BBD05320-5283-49FD-8767-2D7237EC7781}">
      <dgm:prSet/>
      <dgm:spPr/>
      <dgm:t>
        <a:bodyPr/>
        <a:lstStyle/>
        <a:p>
          <a:r>
            <a:rPr lang="en-US" dirty="0"/>
            <a:t>Operates in indoor warehouses or concrete floors. </a:t>
          </a:r>
        </a:p>
        <a:p>
          <a:r>
            <a:rPr lang="en-US" dirty="0"/>
            <a:t>- To collect trash and transport it to a drop off location. </a:t>
          </a:r>
        </a:p>
        <a:p>
          <a:r>
            <a:rPr lang="en-US" dirty="0"/>
            <a:t>- Reduce labor associated with waste disposal.</a:t>
          </a:r>
        </a:p>
      </dgm:t>
    </dgm:pt>
    <dgm:pt modelId="{150D036D-0EEC-4B4B-8277-F459BAD35896}" type="parTrans" cxnId="{C223B04C-C0F9-4D0A-B82B-5448BC840F6F}">
      <dgm:prSet/>
      <dgm:spPr/>
      <dgm:t>
        <a:bodyPr/>
        <a:lstStyle/>
        <a:p>
          <a:endParaRPr lang="en-US"/>
        </a:p>
      </dgm:t>
    </dgm:pt>
    <dgm:pt modelId="{0E980721-A3A6-461D-A91D-6F35BA926FA4}" type="sibTrans" cxnId="{C223B04C-C0F9-4D0A-B82B-5448BC840F6F}">
      <dgm:prSet/>
      <dgm:spPr/>
      <dgm:t>
        <a:bodyPr/>
        <a:lstStyle/>
        <a:p>
          <a:endParaRPr lang="en-US"/>
        </a:p>
      </dgm:t>
    </dgm:pt>
    <dgm:pt modelId="{80A3D12A-4B3D-41CB-A040-287B8B6F9720}" type="pres">
      <dgm:prSet presAssocID="{2B43950F-D9E8-4645-8AE2-949463B87A01}" presName="hierChild1" presStyleCnt="0">
        <dgm:presLayoutVars>
          <dgm:chPref val="1"/>
          <dgm:dir/>
          <dgm:animOne val="branch"/>
          <dgm:animLvl val="lvl"/>
          <dgm:resizeHandles/>
        </dgm:presLayoutVars>
      </dgm:prSet>
      <dgm:spPr/>
    </dgm:pt>
    <dgm:pt modelId="{0754CB66-0DED-4A5D-B710-A481AA5DA7D7}" type="pres">
      <dgm:prSet presAssocID="{87D4F35D-9708-442E-A34A-019D8EEE73E1}" presName="hierRoot1" presStyleCnt="0"/>
      <dgm:spPr/>
    </dgm:pt>
    <dgm:pt modelId="{E9CF5EC1-3959-4170-BA49-2289C2F98AF6}" type="pres">
      <dgm:prSet presAssocID="{87D4F35D-9708-442E-A34A-019D8EEE73E1}" presName="composite" presStyleCnt="0"/>
      <dgm:spPr/>
    </dgm:pt>
    <dgm:pt modelId="{32195DD1-8135-4FBE-8F67-76C823A02EEC}" type="pres">
      <dgm:prSet presAssocID="{87D4F35D-9708-442E-A34A-019D8EEE73E1}" presName="background" presStyleLbl="node0" presStyleIdx="0" presStyleCnt="2"/>
      <dgm:spPr/>
    </dgm:pt>
    <dgm:pt modelId="{6859C914-E097-4136-BF7D-9DF53C6F06F6}" type="pres">
      <dgm:prSet presAssocID="{87D4F35D-9708-442E-A34A-019D8EEE73E1}" presName="text" presStyleLbl="fgAcc0" presStyleIdx="0" presStyleCnt="2">
        <dgm:presLayoutVars>
          <dgm:chPref val="3"/>
        </dgm:presLayoutVars>
      </dgm:prSet>
      <dgm:spPr/>
    </dgm:pt>
    <dgm:pt modelId="{12936CB9-695B-486C-84A3-1DDFDAA56E92}" type="pres">
      <dgm:prSet presAssocID="{87D4F35D-9708-442E-A34A-019D8EEE73E1}" presName="hierChild2" presStyleCnt="0"/>
      <dgm:spPr/>
    </dgm:pt>
    <dgm:pt modelId="{A483AB28-ACC7-4004-B7F8-7E1682ADBB56}" type="pres">
      <dgm:prSet presAssocID="{BBD05320-5283-49FD-8767-2D7237EC7781}" presName="hierRoot1" presStyleCnt="0"/>
      <dgm:spPr/>
    </dgm:pt>
    <dgm:pt modelId="{6C26A75C-8019-479C-A435-B7F6F0088488}" type="pres">
      <dgm:prSet presAssocID="{BBD05320-5283-49FD-8767-2D7237EC7781}" presName="composite" presStyleCnt="0"/>
      <dgm:spPr/>
    </dgm:pt>
    <dgm:pt modelId="{6058B48B-B86B-44D4-90AC-2520FCEF249D}" type="pres">
      <dgm:prSet presAssocID="{BBD05320-5283-49FD-8767-2D7237EC7781}" presName="background" presStyleLbl="node0" presStyleIdx="1" presStyleCnt="2"/>
      <dgm:spPr/>
    </dgm:pt>
    <dgm:pt modelId="{BDA38B95-92C3-4871-B8FF-B7F36636F4C0}" type="pres">
      <dgm:prSet presAssocID="{BBD05320-5283-49FD-8767-2D7237EC7781}" presName="text" presStyleLbl="fgAcc0" presStyleIdx="1" presStyleCnt="2">
        <dgm:presLayoutVars>
          <dgm:chPref val="3"/>
        </dgm:presLayoutVars>
      </dgm:prSet>
      <dgm:spPr/>
    </dgm:pt>
    <dgm:pt modelId="{6473A5B3-B98B-4145-9131-43D988E97513}" type="pres">
      <dgm:prSet presAssocID="{BBD05320-5283-49FD-8767-2D7237EC7781}" presName="hierChild2" presStyleCnt="0"/>
      <dgm:spPr/>
    </dgm:pt>
  </dgm:ptLst>
  <dgm:cxnLst>
    <dgm:cxn modelId="{6504D768-8F78-4801-A1F1-0F35503BC627}" type="presOf" srcId="{BBD05320-5283-49FD-8767-2D7237EC7781}" destId="{BDA38B95-92C3-4871-B8FF-B7F36636F4C0}" srcOrd="0" destOrd="0" presId="urn:microsoft.com/office/officeart/2005/8/layout/hierarchy1"/>
    <dgm:cxn modelId="{C223B04C-C0F9-4D0A-B82B-5448BC840F6F}" srcId="{2B43950F-D9E8-4645-8AE2-949463B87A01}" destId="{BBD05320-5283-49FD-8767-2D7237EC7781}" srcOrd="1" destOrd="0" parTransId="{150D036D-0EEC-4B4B-8277-F459BAD35896}" sibTransId="{0E980721-A3A6-461D-A91D-6F35BA926FA4}"/>
    <dgm:cxn modelId="{FAF85758-302E-4C70-9257-7248F653692E}" type="presOf" srcId="{87D4F35D-9708-442E-A34A-019D8EEE73E1}" destId="{6859C914-E097-4136-BF7D-9DF53C6F06F6}" srcOrd="0" destOrd="0" presId="urn:microsoft.com/office/officeart/2005/8/layout/hierarchy1"/>
    <dgm:cxn modelId="{6D3C2794-F1CC-4458-B87C-3A868EE8BD52}" srcId="{2B43950F-D9E8-4645-8AE2-949463B87A01}" destId="{87D4F35D-9708-442E-A34A-019D8EEE73E1}" srcOrd="0" destOrd="0" parTransId="{E85190F3-2194-4D06-B823-85891801F66C}" sibTransId="{0525A969-7B5D-46A9-9E7F-A4714DCC739D}"/>
    <dgm:cxn modelId="{B6BA0DEA-BE8E-4444-B11F-AB2CA64E4A00}" type="presOf" srcId="{2B43950F-D9E8-4645-8AE2-949463B87A01}" destId="{80A3D12A-4B3D-41CB-A040-287B8B6F9720}" srcOrd="0" destOrd="0" presId="urn:microsoft.com/office/officeart/2005/8/layout/hierarchy1"/>
    <dgm:cxn modelId="{98847E94-5E44-42C0-86F0-BAE4D9F48E95}" type="presParOf" srcId="{80A3D12A-4B3D-41CB-A040-287B8B6F9720}" destId="{0754CB66-0DED-4A5D-B710-A481AA5DA7D7}" srcOrd="0" destOrd="0" presId="urn:microsoft.com/office/officeart/2005/8/layout/hierarchy1"/>
    <dgm:cxn modelId="{6BAAC6D2-0A2C-43FE-9985-F1783DB22D53}" type="presParOf" srcId="{0754CB66-0DED-4A5D-B710-A481AA5DA7D7}" destId="{E9CF5EC1-3959-4170-BA49-2289C2F98AF6}" srcOrd="0" destOrd="0" presId="urn:microsoft.com/office/officeart/2005/8/layout/hierarchy1"/>
    <dgm:cxn modelId="{9E2AE9EC-9365-421F-9058-F422B4D95240}" type="presParOf" srcId="{E9CF5EC1-3959-4170-BA49-2289C2F98AF6}" destId="{32195DD1-8135-4FBE-8F67-76C823A02EEC}" srcOrd="0" destOrd="0" presId="urn:microsoft.com/office/officeart/2005/8/layout/hierarchy1"/>
    <dgm:cxn modelId="{133CEB1F-0C40-4905-9790-DEDEAEB8EFEB}" type="presParOf" srcId="{E9CF5EC1-3959-4170-BA49-2289C2F98AF6}" destId="{6859C914-E097-4136-BF7D-9DF53C6F06F6}" srcOrd="1" destOrd="0" presId="urn:microsoft.com/office/officeart/2005/8/layout/hierarchy1"/>
    <dgm:cxn modelId="{DE7B8718-99F1-44FB-9459-90CD3DD830E1}" type="presParOf" srcId="{0754CB66-0DED-4A5D-B710-A481AA5DA7D7}" destId="{12936CB9-695B-486C-84A3-1DDFDAA56E92}" srcOrd="1" destOrd="0" presId="urn:microsoft.com/office/officeart/2005/8/layout/hierarchy1"/>
    <dgm:cxn modelId="{9364FF06-4CC7-4F89-8F9D-4A62B7357CB5}" type="presParOf" srcId="{80A3D12A-4B3D-41CB-A040-287B8B6F9720}" destId="{A483AB28-ACC7-4004-B7F8-7E1682ADBB56}" srcOrd="1" destOrd="0" presId="urn:microsoft.com/office/officeart/2005/8/layout/hierarchy1"/>
    <dgm:cxn modelId="{85C0CC6E-5FDE-4D29-BFDF-3889B45E4848}" type="presParOf" srcId="{A483AB28-ACC7-4004-B7F8-7E1682ADBB56}" destId="{6C26A75C-8019-479C-A435-B7F6F0088488}" srcOrd="0" destOrd="0" presId="urn:microsoft.com/office/officeart/2005/8/layout/hierarchy1"/>
    <dgm:cxn modelId="{21C9202F-8682-49BC-8199-36E91143A7EB}" type="presParOf" srcId="{6C26A75C-8019-479C-A435-B7F6F0088488}" destId="{6058B48B-B86B-44D4-90AC-2520FCEF249D}" srcOrd="0" destOrd="0" presId="urn:microsoft.com/office/officeart/2005/8/layout/hierarchy1"/>
    <dgm:cxn modelId="{7FA51FBD-D066-4877-9CA7-7766DC7C142C}" type="presParOf" srcId="{6C26A75C-8019-479C-A435-B7F6F0088488}" destId="{BDA38B95-92C3-4871-B8FF-B7F36636F4C0}" srcOrd="1" destOrd="0" presId="urn:microsoft.com/office/officeart/2005/8/layout/hierarchy1"/>
    <dgm:cxn modelId="{FD5A7882-4F4C-4F01-9467-A09A2B09F8E6}" type="presParOf" srcId="{A483AB28-ACC7-4004-B7F8-7E1682ADBB56}" destId="{6473A5B3-B98B-4145-9131-43D988E9751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5D033C4-6DAC-4784-AD53-ED8C7B7EC332}" type="doc">
      <dgm:prSet loTypeId="urn:microsoft.com/office/officeart/2005/8/layout/list1" loCatId="list" qsTypeId="urn:microsoft.com/office/officeart/2005/8/quickstyle/simple5" qsCatId="simple" csTypeId="urn:microsoft.com/office/officeart/2005/8/colors/colorful5" csCatId="colorful" phldr="1"/>
      <dgm:spPr/>
      <dgm:t>
        <a:bodyPr/>
        <a:lstStyle/>
        <a:p>
          <a:endParaRPr lang="en-US"/>
        </a:p>
      </dgm:t>
    </dgm:pt>
    <dgm:pt modelId="{8CA4CEC6-CB8A-4A37-B1F6-48DCFF2593FA}">
      <dgm:prSet/>
      <dgm:spPr>
        <a:solidFill>
          <a:schemeClr val="tx2"/>
        </a:solidFill>
      </dgm:spPr>
      <dgm:t>
        <a:bodyPr/>
        <a:lstStyle/>
        <a:p>
          <a:r>
            <a:rPr lang="en-US" b="1" dirty="0"/>
            <a:t>Main Objective: </a:t>
          </a:r>
          <a:endParaRPr lang="en-US" dirty="0"/>
        </a:p>
      </dgm:t>
    </dgm:pt>
    <dgm:pt modelId="{DB2FDCB4-41A2-48DA-9F2E-40767820A1CA}" type="parTrans" cxnId="{FFB13757-9163-4A4F-9E11-D2CA3732DC45}">
      <dgm:prSet/>
      <dgm:spPr/>
      <dgm:t>
        <a:bodyPr/>
        <a:lstStyle/>
        <a:p>
          <a:endParaRPr lang="en-US"/>
        </a:p>
      </dgm:t>
    </dgm:pt>
    <dgm:pt modelId="{412BADF1-5975-409D-B8A6-5297E3D32A28}" type="sibTrans" cxnId="{FFB13757-9163-4A4F-9E11-D2CA3732DC45}">
      <dgm:prSet/>
      <dgm:spPr/>
      <dgm:t>
        <a:bodyPr/>
        <a:lstStyle/>
        <a:p>
          <a:endParaRPr lang="en-US"/>
        </a:p>
      </dgm:t>
    </dgm:pt>
    <dgm:pt modelId="{BF96037D-4EB9-42B4-A14F-DE063C30167C}">
      <dgm:prSet/>
      <dgm:spPr>
        <a:ln>
          <a:solidFill>
            <a:schemeClr val="accent1"/>
          </a:solidFill>
        </a:ln>
      </dgm:spPr>
      <dgm:t>
        <a:bodyPr/>
        <a:lstStyle/>
        <a:p>
          <a:r>
            <a:rPr lang="en-US" dirty="0"/>
            <a:t>Stay within the project budget.</a:t>
          </a:r>
          <a:br>
            <a:rPr lang="en-US" dirty="0"/>
          </a:br>
          <a:endParaRPr lang="en-US" dirty="0"/>
        </a:p>
      </dgm:t>
    </dgm:pt>
    <dgm:pt modelId="{3E985D4D-5FB3-4361-AA51-5178D3D44A01}" type="parTrans" cxnId="{E297B07E-3875-4DF4-A81B-9830A4694989}">
      <dgm:prSet/>
      <dgm:spPr/>
      <dgm:t>
        <a:bodyPr/>
        <a:lstStyle/>
        <a:p>
          <a:endParaRPr lang="en-US"/>
        </a:p>
      </dgm:t>
    </dgm:pt>
    <dgm:pt modelId="{A3CA71FE-B551-4219-A02A-139A3182599C}" type="sibTrans" cxnId="{E297B07E-3875-4DF4-A81B-9830A4694989}">
      <dgm:prSet/>
      <dgm:spPr/>
      <dgm:t>
        <a:bodyPr/>
        <a:lstStyle/>
        <a:p>
          <a:endParaRPr lang="en-US"/>
        </a:p>
      </dgm:t>
    </dgm:pt>
    <dgm:pt modelId="{F63BDF7C-06C7-42BF-84FD-3F0B759D034B}">
      <dgm:prSet/>
      <dgm:spPr>
        <a:ln>
          <a:solidFill>
            <a:schemeClr val="accent1"/>
          </a:solidFill>
        </a:ln>
      </dgm:spPr>
      <dgm:t>
        <a:bodyPr/>
        <a:lstStyle/>
        <a:p>
          <a:r>
            <a:rPr lang="en-US" dirty="0"/>
            <a:t>Demonstrate relocation system using simulation and/or a small-scale physical prototype.</a:t>
          </a:r>
          <a:br>
            <a:rPr lang="en-US" dirty="0"/>
          </a:br>
          <a:endParaRPr lang="en-US" dirty="0"/>
        </a:p>
      </dgm:t>
    </dgm:pt>
    <dgm:pt modelId="{01C01A79-4CAD-41F1-B30B-DA03939859CB}" type="parTrans" cxnId="{A6D2B7E9-7AB6-4072-83C8-DDB09E477CD7}">
      <dgm:prSet/>
      <dgm:spPr/>
      <dgm:t>
        <a:bodyPr/>
        <a:lstStyle/>
        <a:p>
          <a:endParaRPr lang="en-US"/>
        </a:p>
      </dgm:t>
    </dgm:pt>
    <dgm:pt modelId="{3C30FE28-44C0-4283-BABA-2206CF595385}" type="sibTrans" cxnId="{A6D2B7E9-7AB6-4072-83C8-DDB09E477CD7}">
      <dgm:prSet/>
      <dgm:spPr/>
      <dgm:t>
        <a:bodyPr/>
        <a:lstStyle/>
        <a:p>
          <a:endParaRPr lang="en-US"/>
        </a:p>
      </dgm:t>
    </dgm:pt>
    <dgm:pt modelId="{2FDBA72C-0CC0-4F59-AAD7-6EE854D674F1}">
      <dgm:prSet/>
      <dgm:spPr>
        <a:ln>
          <a:solidFill>
            <a:schemeClr val="accent1"/>
          </a:solidFill>
        </a:ln>
      </dgm:spPr>
      <dgm:t>
        <a:bodyPr/>
        <a:lstStyle/>
        <a:p>
          <a:r>
            <a:rPr lang="en-US"/>
            <a:t>Implement accurate waste capacity sensing to measure bin fill levels.</a:t>
          </a:r>
          <a:br>
            <a:rPr lang="en-US"/>
          </a:br>
          <a:endParaRPr lang="en-US"/>
        </a:p>
      </dgm:t>
    </dgm:pt>
    <dgm:pt modelId="{CBB7F8D8-142E-4DCD-A1B6-1BF6AE8FF548}" type="parTrans" cxnId="{AE2168CC-7EB3-4542-9016-2F9E8EC65A75}">
      <dgm:prSet/>
      <dgm:spPr/>
      <dgm:t>
        <a:bodyPr/>
        <a:lstStyle/>
        <a:p>
          <a:endParaRPr lang="en-US"/>
        </a:p>
      </dgm:t>
    </dgm:pt>
    <dgm:pt modelId="{5190B501-B4D5-43A8-9E55-0EDB473645ED}" type="sibTrans" cxnId="{AE2168CC-7EB3-4542-9016-2F9E8EC65A75}">
      <dgm:prSet/>
      <dgm:spPr/>
      <dgm:t>
        <a:bodyPr/>
        <a:lstStyle/>
        <a:p>
          <a:endParaRPr lang="en-US"/>
        </a:p>
      </dgm:t>
    </dgm:pt>
    <dgm:pt modelId="{981306F2-737F-461B-9B00-260EE1B28FB1}">
      <dgm:prSet/>
      <dgm:spPr>
        <a:ln>
          <a:solidFill>
            <a:schemeClr val="accent1"/>
          </a:solidFill>
        </a:ln>
      </dgm:spPr>
      <dgm:t>
        <a:bodyPr/>
        <a:lstStyle/>
        <a:p>
          <a:r>
            <a:rPr lang="en-US"/>
            <a:t>Create a simulated environment to demonstrate autonomous robot behavior, system logic, and data flow.</a:t>
          </a:r>
          <a:br>
            <a:rPr lang="en-US"/>
          </a:br>
          <a:endParaRPr lang="en-US"/>
        </a:p>
      </dgm:t>
    </dgm:pt>
    <dgm:pt modelId="{4434944C-B821-4D2F-88C0-53AE10A38D15}" type="parTrans" cxnId="{F1376DD0-CC3F-4109-85A0-19ED8CE2C156}">
      <dgm:prSet/>
      <dgm:spPr/>
      <dgm:t>
        <a:bodyPr/>
        <a:lstStyle/>
        <a:p>
          <a:endParaRPr lang="en-US"/>
        </a:p>
      </dgm:t>
    </dgm:pt>
    <dgm:pt modelId="{ACCAC0C3-FA60-4661-AAA1-D0C0348398B1}" type="sibTrans" cxnId="{F1376DD0-CC3F-4109-85A0-19ED8CE2C156}">
      <dgm:prSet/>
      <dgm:spPr/>
      <dgm:t>
        <a:bodyPr/>
        <a:lstStyle/>
        <a:p>
          <a:endParaRPr lang="en-US"/>
        </a:p>
      </dgm:t>
    </dgm:pt>
    <dgm:pt modelId="{984191DB-1C9A-4ED9-A34A-73FEB5B3D0A6}">
      <dgm:prSet/>
      <dgm:spPr>
        <a:ln>
          <a:solidFill>
            <a:schemeClr val="accent1"/>
          </a:solidFill>
        </a:ln>
      </dgm:spPr>
      <dgm:t>
        <a:bodyPr/>
        <a:lstStyle/>
        <a:p>
          <a:r>
            <a:rPr lang="en-US"/>
            <a:t>Collect data to understand the waste usage patterns.</a:t>
          </a:r>
        </a:p>
      </dgm:t>
    </dgm:pt>
    <dgm:pt modelId="{D9E30481-D9F0-4A30-B223-76971FDD1FF3}" type="parTrans" cxnId="{416EC1B5-FD4F-4B0F-9E9B-45173B1F1B36}">
      <dgm:prSet/>
      <dgm:spPr/>
      <dgm:t>
        <a:bodyPr/>
        <a:lstStyle/>
        <a:p>
          <a:endParaRPr lang="en-US"/>
        </a:p>
      </dgm:t>
    </dgm:pt>
    <dgm:pt modelId="{A79146C8-86DE-4E96-8F32-2726279206FC}" type="sibTrans" cxnId="{416EC1B5-FD4F-4B0F-9E9B-45173B1F1B36}">
      <dgm:prSet/>
      <dgm:spPr/>
      <dgm:t>
        <a:bodyPr/>
        <a:lstStyle/>
        <a:p>
          <a:endParaRPr lang="en-US"/>
        </a:p>
      </dgm:t>
    </dgm:pt>
    <dgm:pt modelId="{DCA72AF4-262E-4F97-8C99-FAB5D5C86A22}">
      <dgm:prSet/>
      <dgm:spPr>
        <a:solidFill>
          <a:schemeClr val="tx2"/>
        </a:solidFill>
      </dgm:spPr>
      <dgm:t>
        <a:bodyPr/>
        <a:lstStyle/>
        <a:p>
          <a:r>
            <a:rPr lang="en-US" b="1"/>
            <a:t>Secondary Objectives: </a:t>
          </a:r>
          <a:endParaRPr lang="en-US"/>
        </a:p>
      </dgm:t>
    </dgm:pt>
    <dgm:pt modelId="{4DB60B6A-D94E-45DD-8B5E-4F275F8D7DE0}" type="parTrans" cxnId="{4E64A9DB-6C58-47CD-8179-E45B0090572F}">
      <dgm:prSet/>
      <dgm:spPr/>
      <dgm:t>
        <a:bodyPr/>
        <a:lstStyle/>
        <a:p>
          <a:endParaRPr lang="en-US"/>
        </a:p>
      </dgm:t>
    </dgm:pt>
    <dgm:pt modelId="{68C5A423-83E1-4706-9B73-8D4F0AD33E97}" type="sibTrans" cxnId="{4E64A9DB-6C58-47CD-8179-E45B0090572F}">
      <dgm:prSet/>
      <dgm:spPr/>
      <dgm:t>
        <a:bodyPr/>
        <a:lstStyle/>
        <a:p>
          <a:endParaRPr lang="en-US"/>
        </a:p>
      </dgm:t>
    </dgm:pt>
    <dgm:pt modelId="{7934803B-37D3-4412-8A07-6EA9CBABB5A3}">
      <dgm:prSet/>
      <dgm:spPr>
        <a:ln>
          <a:solidFill>
            <a:schemeClr val="accent1"/>
          </a:solidFill>
        </a:ln>
      </dgm:spPr>
      <dgm:t>
        <a:bodyPr/>
        <a:lstStyle/>
        <a:p>
          <a:r>
            <a:rPr lang="en-US"/>
            <a:t>Define and document a scalable system architecture suitable for expansion to larger environments.</a:t>
          </a:r>
          <a:br>
            <a:rPr lang="en-US"/>
          </a:br>
          <a:endParaRPr lang="en-US"/>
        </a:p>
      </dgm:t>
    </dgm:pt>
    <dgm:pt modelId="{46F7BB25-F4C6-4BFA-AB93-0F9986CD58D5}" type="parTrans" cxnId="{B55BB13E-0231-48AA-A61B-994E9ECF5590}">
      <dgm:prSet/>
      <dgm:spPr/>
      <dgm:t>
        <a:bodyPr/>
        <a:lstStyle/>
        <a:p>
          <a:endParaRPr lang="en-US"/>
        </a:p>
      </dgm:t>
    </dgm:pt>
    <dgm:pt modelId="{24877C1B-8918-4719-890A-904FC3B478F6}" type="sibTrans" cxnId="{B55BB13E-0231-48AA-A61B-994E9ECF5590}">
      <dgm:prSet/>
      <dgm:spPr/>
      <dgm:t>
        <a:bodyPr/>
        <a:lstStyle/>
        <a:p>
          <a:endParaRPr lang="en-US"/>
        </a:p>
      </dgm:t>
    </dgm:pt>
    <dgm:pt modelId="{7DDDAF87-B98C-4DC9-BDD0-BE96787E8E42}">
      <dgm:prSet/>
      <dgm:spPr>
        <a:ln>
          <a:solidFill>
            <a:schemeClr val="accent1"/>
          </a:solidFill>
        </a:ln>
      </dgm:spPr>
      <dgm:t>
        <a:bodyPr/>
        <a:lstStyle/>
        <a:p>
          <a:r>
            <a:rPr lang="en-US"/>
            <a:t>Design and implement a small-scale physical prototype to validate real-world feasibility.</a:t>
          </a:r>
          <a:br>
            <a:rPr lang="en-US"/>
          </a:br>
          <a:endParaRPr lang="en-US"/>
        </a:p>
      </dgm:t>
    </dgm:pt>
    <dgm:pt modelId="{040AAAB5-0BF3-41FC-B9DC-5931FF5DF62A}" type="parTrans" cxnId="{3F246BD6-F67D-4A2B-8093-2B9814A20147}">
      <dgm:prSet/>
      <dgm:spPr/>
      <dgm:t>
        <a:bodyPr/>
        <a:lstStyle/>
        <a:p>
          <a:endParaRPr lang="en-US"/>
        </a:p>
      </dgm:t>
    </dgm:pt>
    <dgm:pt modelId="{25070D60-3371-40AA-9879-34E070CCA0E8}" type="sibTrans" cxnId="{3F246BD6-F67D-4A2B-8093-2B9814A20147}">
      <dgm:prSet/>
      <dgm:spPr/>
      <dgm:t>
        <a:bodyPr/>
        <a:lstStyle/>
        <a:p>
          <a:endParaRPr lang="en-US"/>
        </a:p>
      </dgm:t>
    </dgm:pt>
    <dgm:pt modelId="{383264FB-2E06-43C1-8F24-E204E011FCC8}">
      <dgm:prSet/>
      <dgm:spPr>
        <a:ln>
          <a:solidFill>
            <a:schemeClr val="accent1"/>
          </a:solidFill>
        </a:ln>
      </dgm:spPr>
      <dgm:t>
        <a:bodyPr/>
        <a:lstStyle/>
        <a:p>
          <a:r>
            <a:rPr lang="en-US"/>
            <a:t>Trigger collection and relocation behavior based on predefined waste thresholds.</a:t>
          </a:r>
          <a:br>
            <a:rPr lang="en-US"/>
          </a:br>
          <a:endParaRPr lang="en-US"/>
        </a:p>
      </dgm:t>
    </dgm:pt>
    <dgm:pt modelId="{BF66AB2E-F37D-48E8-B0B1-62E46F0CCA31}" type="parTrans" cxnId="{71F125B5-DDEA-4BE6-A50C-F927CA7E4591}">
      <dgm:prSet/>
      <dgm:spPr/>
      <dgm:t>
        <a:bodyPr/>
        <a:lstStyle/>
        <a:p>
          <a:endParaRPr lang="en-US"/>
        </a:p>
      </dgm:t>
    </dgm:pt>
    <dgm:pt modelId="{97B895B2-6144-4625-A0EB-06E5A7A6C60F}" type="sibTrans" cxnId="{71F125B5-DDEA-4BE6-A50C-F927CA7E4591}">
      <dgm:prSet/>
      <dgm:spPr/>
      <dgm:t>
        <a:bodyPr/>
        <a:lstStyle/>
        <a:p>
          <a:endParaRPr lang="en-US"/>
        </a:p>
      </dgm:t>
    </dgm:pt>
    <dgm:pt modelId="{3920A16D-D4D8-46A3-B5C8-16BBBC5EC5F1}">
      <dgm:prSet/>
      <dgm:spPr>
        <a:ln>
          <a:solidFill>
            <a:schemeClr val="accent1"/>
          </a:solidFill>
        </a:ln>
      </dgm:spPr>
      <dgm:t>
        <a:bodyPr/>
        <a:lstStyle/>
        <a:p>
          <a:r>
            <a:rPr lang="en-US"/>
            <a:t>Checking the bin weight to prevent overloading the robot with waste.</a:t>
          </a:r>
          <a:br>
            <a:rPr lang="en-US"/>
          </a:br>
          <a:r>
            <a:rPr lang="en-US"/>
            <a:t> </a:t>
          </a:r>
        </a:p>
      </dgm:t>
    </dgm:pt>
    <dgm:pt modelId="{F4FAA630-F134-49E6-864D-10955692782A}" type="parTrans" cxnId="{EC1BA66D-9548-46CE-8F47-C9728F715811}">
      <dgm:prSet/>
      <dgm:spPr/>
      <dgm:t>
        <a:bodyPr/>
        <a:lstStyle/>
        <a:p>
          <a:endParaRPr lang="en-US"/>
        </a:p>
      </dgm:t>
    </dgm:pt>
    <dgm:pt modelId="{EBADF1E2-F320-4AB3-93E7-678F03FC7C58}" type="sibTrans" cxnId="{EC1BA66D-9548-46CE-8F47-C9728F715811}">
      <dgm:prSet/>
      <dgm:spPr/>
      <dgm:t>
        <a:bodyPr/>
        <a:lstStyle/>
        <a:p>
          <a:endParaRPr lang="en-US"/>
        </a:p>
      </dgm:t>
    </dgm:pt>
    <dgm:pt modelId="{0569D89C-5D0F-460A-BED3-877FC36CD1D7}">
      <dgm:prSet/>
      <dgm:spPr>
        <a:ln>
          <a:solidFill>
            <a:schemeClr val="accent1"/>
          </a:solidFill>
        </a:ln>
      </dgm:spPr>
      <dgm:t>
        <a:bodyPr/>
        <a:lstStyle/>
        <a:p>
          <a:r>
            <a:rPr lang="en-US"/>
            <a:t>Limit the movement of the robot if the load is too heavy.</a:t>
          </a:r>
        </a:p>
      </dgm:t>
    </dgm:pt>
    <dgm:pt modelId="{DF96DCB0-A546-4C1E-910F-32E73641B5C9}" type="parTrans" cxnId="{286D3CA0-8865-4820-A7E1-3E3854850F5C}">
      <dgm:prSet/>
      <dgm:spPr/>
      <dgm:t>
        <a:bodyPr/>
        <a:lstStyle/>
        <a:p>
          <a:endParaRPr lang="en-US"/>
        </a:p>
      </dgm:t>
    </dgm:pt>
    <dgm:pt modelId="{0D8B0DDE-4210-41DA-85B9-FD50F91C10FA}" type="sibTrans" cxnId="{286D3CA0-8865-4820-A7E1-3E3854850F5C}">
      <dgm:prSet/>
      <dgm:spPr/>
      <dgm:t>
        <a:bodyPr/>
        <a:lstStyle/>
        <a:p>
          <a:endParaRPr lang="en-US"/>
        </a:p>
      </dgm:t>
    </dgm:pt>
    <dgm:pt modelId="{91A4BE30-36AA-445C-892D-381907B265B1}" type="pres">
      <dgm:prSet presAssocID="{95D033C4-6DAC-4784-AD53-ED8C7B7EC332}" presName="linear" presStyleCnt="0">
        <dgm:presLayoutVars>
          <dgm:dir/>
          <dgm:animLvl val="lvl"/>
          <dgm:resizeHandles val="exact"/>
        </dgm:presLayoutVars>
      </dgm:prSet>
      <dgm:spPr/>
    </dgm:pt>
    <dgm:pt modelId="{0BDB1A87-0DA9-4E42-8B53-BD872A2168F8}" type="pres">
      <dgm:prSet presAssocID="{8CA4CEC6-CB8A-4A37-B1F6-48DCFF2593FA}" presName="parentLin" presStyleCnt="0"/>
      <dgm:spPr/>
    </dgm:pt>
    <dgm:pt modelId="{446AF9A8-0D2F-47E6-9A30-E7B23B0327CA}" type="pres">
      <dgm:prSet presAssocID="{8CA4CEC6-CB8A-4A37-B1F6-48DCFF2593FA}" presName="parentLeftMargin" presStyleLbl="node1" presStyleIdx="0" presStyleCnt="2"/>
      <dgm:spPr/>
    </dgm:pt>
    <dgm:pt modelId="{2214E566-0D16-4A8E-8E89-B69E28E422BD}" type="pres">
      <dgm:prSet presAssocID="{8CA4CEC6-CB8A-4A37-B1F6-48DCFF2593FA}" presName="parentText" presStyleLbl="node1" presStyleIdx="0" presStyleCnt="2">
        <dgm:presLayoutVars>
          <dgm:chMax val="0"/>
          <dgm:bulletEnabled val="1"/>
        </dgm:presLayoutVars>
      </dgm:prSet>
      <dgm:spPr/>
    </dgm:pt>
    <dgm:pt modelId="{5C76B92D-A325-427F-8B90-B5BC9E4FCB7C}" type="pres">
      <dgm:prSet presAssocID="{8CA4CEC6-CB8A-4A37-B1F6-48DCFF2593FA}" presName="negativeSpace" presStyleCnt="0"/>
      <dgm:spPr/>
    </dgm:pt>
    <dgm:pt modelId="{A0F3F7CE-C18D-442A-B0C2-457F588CF146}" type="pres">
      <dgm:prSet presAssocID="{8CA4CEC6-CB8A-4A37-B1F6-48DCFF2593FA}" presName="childText" presStyleLbl="conFgAcc1" presStyleIdx="0" presStyleCnt="2">
        <dgm:presLayoutVars>
          <dgm:bulletEnabled val="1"/>
        </dgm:presLayoutVars>
      </dgm:prSet>
      <dgm:spPr/>
    </dgm:pt>
    <dgm:pt modelId="{732EA024-CF3D-4DFC-BFEC-FD4BBFB439A7}" type="pres">
      <dgm:prSet presAssocID="{412BADF1-5975-409D-B8A6-5297E3D32A28}" presName="spaceBetweenRectangles" presStyleCnt="0"/>
      <dgm:spPr/>
    </dgm:pt>
    <dgm:pt modelId="{ED7F6B49-B714-4EB6-BC89-A3A0E8816FA6}" type="pres">
      <dgm:prSet presAssocID="{DCA72AF4-262E-4F97-8C99-FAB5D5C86A22}" presName="parentLin" presStyleCnt="0"/>
      <dgm:spPr/>
    </dgm:pt>
    <dgm:pt modelId="{B56968E1-96C4-4FE6-80DE-CC668EDB5043}" type="pres">
      <dgm:prSet presAssocID="{DCA72AF4-262E-4F97-8C99-FAB5D5C86A22}" presName="parentLeftMargin" presStyleLbl="node1" presStyleIdx="0" presStyleCnt="2"/>
      <dgm:spPr/>
    </dgm:pt>
    <dgm:pt modelId="{9DA16E86-E2F4-44B3-A669-D1A569C7E120}" type="pres">
      <dgm:prSet presAssocID="{DCA72AF4-262E-4F97-8C99-FAB5D5C86A22}" presName="parentText" presStyleLbl="node1" presStyleIdx="1" presStyleCnt="2">
        <dgm:presLayoutVars>
          <dgm:chMax val="0"/>
          <dgm:bulletEnabled val="1"/>
        </dgm:presLayoutVars>
      </dgm:prSet>
      <dgm:spPr/>
    </dgm:pt>
    <dgm:pt modelId="{79E7B004-EC35-444D-BD44-6AE4CCEB02AA}" type="pres">
      <dgm:prSet presAssocID="{DCA72AF4-262E-4F97-8C99-FAB5D5C86A22}" presName="negativeSpace" presStyleCnt="0"/>
      <dgm:spPr/>
    </dgm:pt>
    <dgm:pt modelId="{AFDD3B66-F735-41D5-AFA8-FE32E24DE9B5}" type="pres">
      <dgm:prSet presAssocID="{DCA72AF4-262E-4F97-8C99-FAB5D5C86A22}" presName="childText" presStyleLbl="conFgAcc1" presStyleIdx="1" presStyleCnt="2">
        <dgm:presLayoutVars>
          <dgm:bulletEnabled val="1"/>
        </dgm:presLayoutVars>
      </dgm:prSet>
      <dgm:spPr/>
    </dgm:pt>
  </dgm:ptLst>
  <dgm:cxnLst>
    <dgm:cxn modelId="{80E40C05-3526-4F0A-BBBA-6C6BDB178558}" type="presOf" srcId="{7934803B-37D3-4412-8A07-6EA9CBABB5A3}" destId="{AFDD3B66-F735-41D5-AFA8-FE32E24DE9B5}" srcOrd="0" destOrd="0" presId="urn:microsoft.com/office/officeart/2005/8/layout/list1"/>
    <dgm:cxn modelId="{8D128019-4F0E-4FEF-983A-8A5D547D2966}" type="presOf" srcId="{95D033C4-6DAC-4784-AD53-ED8C7B7EC332}" destId="{91A4BE30-36AA-445C-892D-381907B265B1}" srcOrd="0" destOrd="0" presId="urn:microsoft.com/office/officeart/2005/8/layout/list1"/>
    <dgm:cxn modelId="{71990323-2951-4B54-AB27-EF92EE9EFE43}" type="presOf" srcId="{2FDBA72C-0CC0-4F59-AAD7-6EE854D674F1}" destId="{A0F3F7CE-C18D-442A-B0C2-457F588CF146}" srcOrd="0" destOrd="2" presId="urn:microsoft.com/office/officeart/2005/8/layout/list1"/>
    <dgm:cxn modelId="{B55BB13E-0231-48AA-A61B-994E9ECF5590}" srcId="{DCA72AF4-262E-4F97-8C99-FAB5D5C86A22}" destId="{7934803B-37D3-4412-8A07-6EA9CBABB5A3}" srcOrd="0" destOrd="0" parTransId="{46F7BB25-F4C6-4BFA-AB93-0F9986CD58D5}" sibTransId="{24877C1B-8918-4719-890A-904FC3B478F6}"/>
    <dgm:cxn modelId="{B2D8C243-6732-4CD3-8120-C92EB77233F5}" type="presOf" srcId="{984191DB-1C9A-4ED9-A34A-73FEB5B3D0A6}" destId="{A0F3F7CE-C18D-442A-B0C2-457F588CF146}" srcOrd="0" destOrd="4" presId="urn:microsoft.com/office/officeart/2005/8/layout/list1"/>
    <dgm:cxn modelId="{25614144-9EA3-4796-9E3D-52C85F2C8474}" type="presOf" srcId="{7DDDAF87-B98C-4DC9-BDD0-BE96787E8E42}" destId="{AFDD3B66-F735-41D5-AFA8-FE32E24DE9B5}" srcOrd="0" destOrd="1" presId="urn:microsoft.com/office/officeart/2005/8/layout/list1"/>
    <dgm:cxn modelId="{299F0069-3A04-45B8-944D-B5F21931F928}" type="presOf" srcId="{F63BDF7C-06C7-42BF-84FD-3F0B759D034B}" destId="{A0F3F7CE-C18D-442A-B0C2-457F588CF146}" srcOrd="0" destOrd="1" presId="urn:microsoft.com/office/officeart/2005/8/layout/list1"/>
    <dgm:cxn modelId="{E9F4706C-7587-4FD5-A710-D466A2B7B726}" type="presOf" srcId="{BF96037D-4EB9-42B4-A14F-DE063C30167C}" destId="{A0F3F7CE-C18D-442A-B0C2-457F588CF146}" srcOrd="0" destOrd="0" presId="urn:microsoft.com/office/officeart/2005/8/layout/list1"/>
    <dgm:cxn modelId="{EC1BA66D-9548-46CE-8F47-C9728F715811}" srcId="{DCA72AF4-262E-4F97-8C99-FAB5D5C86A22}" destId="{3920A16D-D4D8-46A3-B5C8-16BBBC5EC5F1}" srcOrd="3" destOrd="0" parTransId="{F4FAA630-F134-49E6-864D-10955692782A}" sibTransId="{EBADF1E2-F320-4AB3-93E7-678F03FC7C58}"/>
    <dgm:cxn modelId="{1F6F2D50-E8A2-4775-A458-80503D18DE6C}" type="presOf" srcId="{DCA72AF4-262E-4F97-8C99-FAB5D5C86A22}" destId="{B56968E1-96C4-4FE6-80DE-CC668EDB5043}" srcOrd="0" destOrd="0" presId="urn:microsoft.com/office/officeart/2005/8/layout/list1"/>
    <dgm:cxn modelId="{FFB13757-9163-4A4F-9E11-D2CA3732DC45}" srcId="{95D033C4-6DAC-4784-AD53-ED8C7B7EC332}" destId="{8CA4CEC6-CB8A-4A37-B1F6-48DCFF2593FA}" srcOrd="0" destOrd="0" parTransId="{DB2FDCB4-41A2-48DA-9F2E-40767820A1CA}" sibTransId="{412BADF1-5975-409D-B8A6-5297E3D32A28}"/>
    <dgm:cxn modelId="{E2E60858-919F-4A41-896D-74A52B396087}" type="presOf" srcId="{3920A16D-D4D8-46A3-B5C8-16BBBC5EC5F1}" destId="{AFDD3B66-F735-41D5-AFA8-FE32E24DE9B5}" srcOrd="0" destOrd="3" presId="urn:microsoft.com/office/officeart/2005/8/layout/list1"/>
    <dgm:cxn modelId="{2EB2E678-60B3-4FB6-88FE-7EBE32E8B1C1}" type="presOf" srcId="{8CA4CEC6-CB8A-4A37-B1F6-48DCFF2593FA}" destId="{2214E566-0D16-4A8E-8E89-B69E28E422BD}" srcOrd="1" destOrd="0" presId="urn:microsoft.com/office/officeart/2005/8/layout/list1"/>
    <dgm:cxn modelId="{E297B07E-3875-4DF4-A81B-9830A4694989}" srcId="{8CA4CEC6-CB8A-4A37-B1F6-48DCFF2593FA}" destId="{BF96037D-4EB9-42B4-A14F-DE063C30167C}" srcOrd="0" destOrd="0" parTransId="{3E985D4D-5FB3-4361-AA51-5178D3D44A01}" sibTransId="{A3CA71FE-B551-4219-A02A-139A3182599C}"/>
    <dgm:cxn modelId="{286D3CA0-8865-4820-A7E1-3E3854850F5C}" srcId="{DCA72AF4-262E-4F97-8C99-FAB5D5C86A22}" destId="{0569D89C-5D0F-460A-BED3-877FC36CD1D7}" srcOrd="4" destOrd="0" parTransId="{DF96DCB0-A546-4C1E-910F-32E73641B5C9}" sibTransId="{0D8B0DDE-4210-41DA-85B9-FD50F91C10FA}"/>
    <dgm:cxn modelId="{58D235B0-F780-401E-A84C-9472C7A0E165}" type="presOf" srcId="{981306F2-737F-461B-9B00-260EE1B28FB1}" destId="{A0F3F7CE-C18D-442A-B0C2-457F588CF146}" srcOrd="0" destOrd="3" presId="urn:microsoft.com/office/officeart/2005/8/layout/list1"/>
    <dgm:cxn modelId="{71F125B5-DDEA-4BE6-A50C-F927CA7E4591}" srcId="{DCA72AF4-262E-4F97-8C99-FAB5D5C86A22}" destId="{383264FB-2E06-43C1-8F24-E204E011FCC8}" srcOrd="2" destOrd="0" parTransId="{BF66AB2E-F37D-48E8-B0B1-62E46F0CCA31}" sibTransId="{97B895B2-6144-4625-A0EB-06E5A7A6C60F}"/>
    <dgm:cxn modelId="{416EC1B5-FD4F-4B0F-9E9B-45173B1F1B36}" srcId="{8CA4CEC6-CB8A-4A37-B1F6-48DCFF2593FA}" destId="{984191DB-1C9A-4ED9-A34A-73FEB5B3D0A6}" srcOrd="4" destOrd="0" parTransId="{D9E30481-D9F0-4A30-B223-76971FDD1FF3}" sibTransId="{A79146C8-86DE-4E96-8F32-2726279206FC}"/>
    <dgm:cxn modelId="{357B92C6-D351-4A1E-A5E0-8D67E653C975}" type="presOf" srcId="{383264FB-2E06-43C1-8F24-E204E011FCC8}" destId="{AFDD3B66-F735-41D5-AFA8-FE32E24DE9B5}" srcOrd="0" destOrd="2" presId="urn:microsoft.com/office/officeart/2005/8/layout/list1"/>
    <dgm:cxn modelId="{AE2168CC-7EB3-4542-9016-2F9E8EC65A75}" srcId="{8CA4CEC6-CB8A-4A37-B1F6-48DCFF2593FA}" destId="{2FDBA72C-0CC0-4F59-AAD7-6EE854D674F1}" srcOrd="2" destOrd="0" parTransId="{CBB7F8D8-142E-4DCD-A1B6-1BF6AE8FF548}" sibTransId="{5190B501-B4D5-43A8-9E55-0EDB473645ED}"/>
    <dgm:cxn modelId="{F1376DD0-CC3F-4109-85A0-19ED8CE2C156}" srcId="{8CA4CEC6-CB8A-4A37-B1F6-48DCFF2593FA}" destId="{981306F2-737F-461B-9B00-260EE1B28FB1}" srcOrd="3" destOrd="0" parTransId="{4434944C-B821-4D2F-88C0-53AE10A38D15}" sibTransId="{ACCAC0C3-FA60-4661-AAA1-D0C0348398B1}"/>
    <dgm:cxn modelId="{3F246BD6-F67D-4A2B-8093-2B9814A20147}" srcId="{DCA72AF4-262E-4F97-8C99-FAB5D5C86A22}" destId="{7DDDAF87-B98C-4DC9-BDD0-BE96787E8E42}" srcOrd="1" destOrd="0" parTransId="{040AAAB5-0BF3-41FC-B9DC-5931FF5DF62A}" sibTransId="{25070D60-3371-40AA-9879-34E070CCA0E8}"/>
    <dgm:cxn modelId="{4E64A9DB-6C58-47CD-8179-E45B0090572F}" srcId="{95D033C4-6DAC-4784-AD53-ED8C7B7EC332}" destId="{DCA72AF4-262E-4F97-8C99-FAB5D5C86A22}" srcOrd="1" destOrd="0" parTransId="{4DB60B6A-D94E-45DD-8B5E-4F275F8D7DE0}" sibTransId="{68C5A423-83E1-4706-9B73-8D4F0AD33E97}"/>
    <dgm:cxn modelId="{0D12C8DE-6AA5-4124-8795-9296F88A6EEB}" type="presOf" srcId="{DCA72AF4-262E-4F97-8C99-FAB5D5C86A22}" destId="{9DA16E86-E2F4-44B3-A669-D1A569C7E120}" srcOrd="1" destOrd="0" presId="urn:microsoft.com/office/officeart/2005/8/layout/list1"/>
    <dgm:cxn modelId="{A6D2B7E9-7AB6-4072-83C8-DDB09E477CD7}" srcId="{8CA4CEC6-CB8A-4A37-B1F6-48DCFF2593FA}" destId="{F63BDF7C-06C7-42BF-84FD-3F0B759D034B}" srcOrd="1" destOrd="0" parTransId="{01C01A79-4CAD-41F1-B30B-DA03939859CB}" sibTransId="{3C30FE28-44C0-4283-BABA-2206CF595385}"/>
    <dgm:cxn modelId="{6910FBEB-890A-488C-B8A7-6608C132787C}" type="presOf" srcId="{0569D89C-5D0F-460A-BED3-877FC36CD1D7}" destId="{AFDD3B66-F735-41D5-AFA8-FE32E24DE9B5}" srcOrd="0" destOrd="4" presId="urn:microsoft.com/office/officeart/2005/8/layout/list1"/>
    <dgm:cxn modelId="{C17550FF-620F-4443-9C50-746FFC209768}" type="presOf" srcId="{8CA4CEC6-CB8A-4A37-B1F6-48DCFF2593FA}" destId="{446AF9A8-0D2F-47E6-9A30-E7B23B0327CA}" srcOrd="0" destOrd="0" presId="urn:microsoft.com/office/officeart/2005/8/layout/list1"/>
    <dgm:cxn modelId="{795E5BAB-3EBF-4000-85C4-9B4F58151BEE}" type="presParOf" srcId="{91A4BE30-36AA-445C-892D-381907B265B1}" destId="{0BDB1A87-0DA9-4E42-8B53-BD872A2168F8}" srcOrd="0" destOrd="0" presId="urn:microsoft.com/office/officeart/2005/8/layout/list1"/>
    <dgm:cxn modelId="{8724BB4C-DF21-4832-BD3F-DEB243519E88}" type="presParOf" srcId="{0BDB1A87-0DA9-4E42-8B53-BD872A2168F8}" destId="{446AF9A8-0D2F-47E6-9A30-E7B23B0327CA}" srcOrd="0" destOrd="0" presId="urn:microsoft.com/office/officeart/2005/8/layout/list1"/>
    <dgm:cxn modelId="{3B44FB03-E2CD-41D2-8FC8-2A525251A0BA}" type="presParOf" srcId="{0BDB1A87-0DA9-4E42-8B53-BD872A2168F8}" destId="{2214E566-0D16-4A8E-8E89-B69E28E422BD}" srcOrd="1" destOrd="0" presId="urn:microsoft.com/office/officeart/2005/8/layout/list1"/>
    <dgm:cxn modelId="{21539C85-9601-430D-9D9A-FC284A1C9993}" type="presParOf" srcId="{91A4BE30-36AA-445C-892D-381907B265B1}" destId="{5C76B92D-A325-427F-8B90-B5BC9E4FCB7C}" srcOrd="1" destOrd="0" presId="urn:microsoft.com/office/officeart/2005/8/layout/list1"/>
    <dgm:cxn modelId="{E09EC4FC-6F66-4EFA-9992-B2666CCEAF0A}" type="presParOf" srcId="{91A4BE30-36AA-445C-892D-381907B265B1}" destId="{A0F3F7CE-C18D-442A-B0C2-457F588CF146}" srcOrd="2" destOrd="0" presId="urn:microsoft.com/office/officeart/2005/8/layout/list1"/>
    <dgm:cxn modelId="{4EC90C4E-A330-4987-88B3-57FD34FC242B}" type="presParOf" srcId="{91A4BE30-36AA-445C-892D-381907B265B1}" destId="{732EA024-CF3D-4DFC-BFEC-FD4BBFB439A7}" srcOrd="3" destOrd="0" presId="urn:microsoft.com/office/officeart/2005/8/layout/list1"/>
    <dgm:cxn modelId="{086C0281-1A7B-4E2C-A905-C7F7E91529F4}" type="presParOf" srcId="{91A4BE30-36AA-445C-892D-381907B265B1}" destId="{ED7F6B49-B714-4EB6-BC89-A3A0E8816FA6}" srcOrd="4" destOrd="0" presId="urn:microsoft.com/office/officeart/2005/8/layout/list1"/>
    <dgm:cxn modelId="{7D94D46D-C673-47F9-B820-A1656F38CB51}" type="presParOf" srcId="{ED7F6B49-B714-4EB6-BC89-A3A0E8816FA6}" destId="{B56968E1-96C4-4FE6-80DE-CC668EDB5043}" srcOrd="0" destOrd="0" presId="urn:microsoft.com/office/officeart/2005/8/layout/list1"/>
    <dgm:cxn modelId="{F2ACB938-3D59-49EE-B7F7-621E66B0760F}" type="presParOf" srcId="{ED7F6B49-B714-4EB6-BC89-A3A0E8816FA6}" destId="{9DA16E86-E2F4-44B3-A669-D1A569C7E120}" srcOrd="1" destOrd="0" presId="urn:microsoft.com/office/officeart/2005/8/layout/list1"/>
    <dgm:cxn modelId="{35906E35-05AA-4EAB-B625-928E8B1CF878}" type="presParOf" srcId="{91A4BE30-36AA-445C-892D-381907B265B1}" destId="{79E7B004-EC35-444D-BD44-6AE4CCEB02AA}" srcOrd="5" destOrd="0" presId="urn:microsoft.com/office/officeart/2005/8/layout/list1"/>
    <dgm:cxn modelId="{37D6CE55-7961-4367-B4CC-3B9550867414}" type="presParOf" srcId="{91A4BE30-36AA-445C-892D-381907B265B1}" destId="{AFDD3B66-F735-41D5-AFA8-FE32E24DE9B5}" srcOrd="6"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745DD1F-27BE-4083-A41B-334EB7535E7F}" type="doc">
      <dgm:prSet loTypeId="urn:microsoft.com/office/officeart/2018/2/layout/IconLabelList" loCatId="icon" qsTypeId="urn:microsoft.com/office/officeart/2005/8/quickstyle/simple4" qsCatId="simple" csTypeId="urn:microsoft.com/office/officeart/2005/8/colors/accent1_1" csCatId="accent1" phldr="1"/>
      <dgm:spPr/>
      <dgm:t>
        <a:bodyPr/>
        <a:lstStyle/>
        <a:p>
          <a:endParaRPr lang="en-US"/>
        </a:p>
      </dgm:t>
    </dgm:pt>
    <dgm:pt modelId="{404EC136-1946-4CB2-97A7-9BE3BB74749B}">
      <dgm:prSet/>
      <dgm:spPr/>
      <dgm:t>
        <a:bodyPr/>
        <a:lstStyle/>
        <a:p>
          <a:pPr>
            <a:lnSpc>
              <a:spcPct val="100000"/>
            </a:lnSpc>
          </a:pPr>
          <a:r>
            <a:rPr lang="en-US"/>
            <a:t>Total prototype system cost shall not exceed $800.</a:t>
          </a:r>
        </a:p>
      </dgm:t>
    </dgm:pt>
    <dgm:pt modelId="{A880B12D-FB00-41B9-B7A5-1E7B34454949}" type="parTrans" cxnId="{E054EA2C-F88C-4210-BA34-E2E5EEB24345}">
      <dgm:prSet/>
      <dgm:spPr/>
      <dgm:t>
        <a:bodyPr/>
        <a:lstStyle/>
        <a:p>
          <a:endParaRPr lang="en-US"/>
        </a:p>
      </dgm:t>
    </dgm:pt>
    <dgm:pt modelId="{C6D8EBC4-C49E-4526-B912-A379B230A61D}" type="sibTrans" cxnId="{E054EA2C-F88C-4210-BA34-E2E5EEB24345}">
      <dgm:prSet/>
      <dgm:spPr/>
      <dgm:t>
        <a:bodyPr/>
        <a:lstStyle/>
        <a:p>
          <a:endParaRPr lang="en-US"/>
        </a:p>
      </dgm:t>
    </dgm:pt>
    <dgm:pt modelId="{103FE000-78C5-4F70-BD29-C0EAD071E053}">
      <dgm:prSet/>
      <dgm:spPr/>
      <dgm:t>
        <a:bodyPr/>
        <a:lstStyle/>
        <a:p>
          <a:pPr>
            <a:lnSpc>
              <a:spcPct val="100000"/>
            </a:lnSpc>
          </a:pPr>
          <a:r>
            <a:rPr lang="en-US"/>
            <a:t>Robot shall safely carry a minimum payload of 5 pounds.</a:t>
          </a:r>
        </a:p>
      </dgm:t>
    </dgm:pt>
    <dgm:pt modelId="{36D92951-F1E6-4085-AF03-B2F67BC9A262}" type="parTrans" cxnId="{CC099EC6-93FB-45AB-9FFA-C24362894E43}">
      <dgm:prSet/>
      <dgm:spPr/>
      <dgm:t>
        <a:bodyPr/>
        <a:lstStyle/>
        <a:p>
          <a:endParaRPr lang="en-US"/>
        </a:p>
      </dgm:t>
    </dgm:pt>
    <dgm:pt modelId="{D6CA9216-3B1D-4686-AEE7-4CE3F319B5F1}" type="sibTrans" cxnId="{CC099EC6-93FB-45AB-9FFA-C24362894E43}">
      <dgm:prSet/>
      <dgm:spPr/>
      <dgm:t>
        <a:bodyPr/>
        <a:lstStyle/>
        <a:p>
          <a:endParaRPr lang="en-US"/>
        </a:p>
      </dgm:t>
    </dgm:pt>
    <dgm:pt modelId="{A402BE15-0A66-4B35-A8FE-1BCACB378289}">
      <dgm:prSet/>
      <dgm:spPr/>
      <dgm:t>
        <a:bodyPr/>
        <a:lstStyle/>
        <a:p>
          <a:pPr>
            <a:lnSpc>
              <a:spcPct val="100000"/>
            </a:lnSpc>
          </a:pPr>
          <a:r>
            <a:rPr lang="en-US"/>
            <a:t>Robot shall autonomously navigate to a designated location 15 feet away with a positional accuracy of ±1 foot.</a:t>
          </a:r>
        </a:p>
      </dgm:t>
    </dgm:pt>
    <dgm:pt modelId="{5EE8213F-A8F7-4EED-A93C-BA62F6075909}" type="parTrans" cxnId="{CC7C59E4-898B-43DC-B97F-05DF392F6DD0}">
      <dgm:prSet/>
      <dgm:spPr/>
      <dgm:t>
        <a:bodyPr/>
        <a:lstStyle/>
        <a:p>
          <a:endParaRPr lang="en-US"/>
        </a:p>
      </dgm:t>
    </dgm:pt>
    <dgm:pt modelId="{DDFA142F-F19F-4CFD-87E9-E5893B03DF21}" type="sibTrans" cxnId="{CC7C59E4-898B-43DC-B97F-05DF392F6DD0}">
      <dgm:prSet/>
      <dgm:spPr/>
      <dgm:t>
        <a:bodyPr/>
        <a:lstStyle/>
        <a:p>
          <a:endParaRPr lang="en-US"/>
        </a:p>
      </dgm:t>
    </dgm:pt>
    <dgm:pt modelId="{CEECC96E-0DB7-4016-8ED8-DF3BF5B7D300}">
      <dgm:prSet/>
      <dgm:spPr/>
      <dgm:t>
        <a:bodyPr/>
        <a:lstStyle/>
        <a:p>
          <a:pPr>
            <a:lnSpc>
              <a:spcPct val="100000"/>
            </a:lnSpc>
          </a:pPr>
          <a:r>
            <a:rPr lang="en-US"/>
            <a:t>System shall operate reliably on cement flooring and be able to have obstacle detection.</a:t>
          </a:r>
        </a:p>
      </dgm:t>
    </dgm:pt>
    <dgm:pt modelId="{21F81321-B7E4-4ABC-8A91-08145381E997}" type="parTrans" cxnId="{51EE1E8E-C6BE-4906-8C9E-44D7B60E88AC}">
      <dgm:prSet/>
      <dgm:spPr/>
      <dgm:t>
        <a:bodyPr/>
        <a:lstStyle/>
        <a:p>
          <a:endParaRPr lang="en-US"/>
        </a:p>
      </dgm:t>
    </dgm:pt>
    <dgm:pt modelId="{A7666BC8-68E0-419E-8958-793931D5F3F6}" type="sibTrans" cxnId="{51EE1E8E-C6BE-4906-8C9E-44D7B60E88AC}">
      <dgm:prSet/>
      <dgm:spPr/>
      <dgm:t>
        <a:bodyPr/>
        <a:lstStyle/>
        <a:p>
          <a:endParaRPr lang="en-US"/>
        </a:p>
      </dgm:t>
    </dgm:pt>
    <dgm:pt modelId="{67BF5DA5-FFC5-4B57-8C95-10849B8B13B0}">
      <dgm:prSet/>
      <dgm:spPr/>
      <dgm:t>
        <a:bodyPr/>
        <a:lstStyle/>
        <a:p>
          <a:pPr>
            <a:lnSpc>
              <a:spcPct val="100000"/>
            </a:lnSpc>
          </a:pPr>
          <a:r>
            <a:rPr lang="en-US"/>
            <a:t>Power system shall support at least one complete autonomous relocation cycle per charge.</a:t>
          </a:r>
        </a:p>
      </dgm:t>
    </dgm:pt>
    <dgm:pt modelId="{7EF20962-C2E8-49CD-9C5D-036AEA283496}" type="parTrans" cxnId="{387FC62A-E090-45D2-B1DE-3BEC9C5FA532}">
      <dgm:prSet/>
      <dgm:spPr/>
      <dgm:t>
        <a:bodyPr/>
        <a:lstStyle/>
        <a:p>
          <a:endParaRPr lang="en-US"/>
        </a:p>
      </dgm:t>
    </dgm:pt>
    <dgm:pt modelId="{CCC4BCD3-817D-495E-AC77-52A5A611CE2D}" type="sibTrans" cxnId="{387FC62A-E090-45D2-B1DE-3BEC9C5FA532}">
      <dgm:prSet/>
      <dgm:spPr/>
      <dgm:t>
        <a:bodyPr/>
        <a:lstStyle/>
        <a:p>
          <a:endParaRPr lang="en-US"/>
        </a:p>
      </dgm:t>
    </dgm:pt>
    <dgm:pt modelId="{CFCB58A4-8835-40DA-A9AC-A2104319F2F8}" type="pres">
      <dgm:prSet presAssocID="{2745DD1F-27BE-4083-A41B-334EB7535E7F}" presName="root" presStyleCnt="0">
        <dgm:presLayoutVars>
          <dgm:dir/>
          <dgm:resizeHandles val="exact"/>
        </dgm:presLayoutVars>
      </dgm:prSet>
      <dgm:spPr/>
    </dgm:pt>
    <dgm:pt modelId="{FA839B3C-BEA3-43EF-A9C6-B567DD33860B}" type="pres">
      <dgm:prSet presAssocID="{404EC136-1946-4CB2-97A7-9BE3BB74749B}" presName="compNode" presStyleCnt="0"/>
      <dgm:spPr/>
    </dgm:pt>
    <dgm:pt modelId="{46C27570-7164-4350-BF3B-37E94DDB63F8}" type="pres">
      <dgm:prSet presAssocID="{404EC136-1946-4CB2-97A7-9BE3BB74749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46DF6642-849F-407E-8428-F05A6FF44BF1}" type="pres">
      <dgm:prSet presAssocID="{404EC136-1946-4CB2-97A7-9BE3BB74749B}" presName="spaceRect" presStyleCnt="0"/>
      <dgm:spPr/>
    </dgm:pt>
    <dgm:pt modelId="{7D137D88-1609-440A-B0B4-6E3A6ADDB3D5}" type="pres">
      <dgm:prSet presAssocID="{404EC136-1946-4CB2-97A7-9BE3BB74749B}" presName="textRect" presStyleLbl="revTx" presStyleIdx="0" presStyleCnt="5">
        <dgm:presLayoutVars>
          <dgm:chMax val="1"/>
          <dgm:chPref val="1"/>
        </dgm:presLayoutVars>
      </dgm:prSet>
      <dgm:spPr/>
    </dgm:pt>
    <dgm:pt modelId="{9EBA2F75-F9FE-4AA8-BE69-0078B5CF72FC}" type="pres">
      <dgm:prSet presAssocID="{C6D8EBC4-C49E-4526-B912-A379B230A61D}" presName="sibTrans" presStyleCnt="0"/>
      <dgm:spPr/>
    </dgm:pt>
    <dgm:pt modelId="{3D23B449-69A0-4C19-BF10-1B88FD8F6DAA}" type="pres">
      <dgm:prSet presAssocID="{103FE000-78C5-4F70-BD29-C0EAD071E053}" presName="compNode" presStyleCnt="0"/>
      <dgm:spPr/>
    </dgm:pt>
    <dgm:pt modelId="{155718BA-6B5B-4A54-9E77-B05790B71BC6}" type="pres">
      <dgm:prSet presAssocID="{103FE000-78C5-4F70-BD29-C0EAD071E05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obot"/>
        </a:ext>
      </dgm:extLst>
    </dgm:pt>
    <dgm:pt modelId="{E2555489-A981-4D3A-B367-8D27B02CABB9}" type="pres">
      <dgm:prSet presAssocID="{103FE000-78C5-4F70-BD29-C0EAD071E053}" presName="spaceRect" presStyleCnt="0"/>
      <dgm:spPr/>
    </dgm:pt>
    <dgm:pt modelId="{DB14B5A1-9897-48DB-A6BC-4CA5C6FA47C1}" type="pres">
      <dgm:prSet presAssocID="{103FE000-78C5-4F70-BD29-C0EAD071E053}" presName="textRect" presStyleLbl="revTx" presStyleIdx="1" presStyleCnt="5">
        <dgm:presLayoutVars>
          <dgm:chMax val="1"/>
          <dgm:chPref val="1"/>
        </dgm:presLayoutVars>
      </dgm:prSet>
      <dgm:spPr/>
    </dgm:pt>
    <dgm:pt modelId="{024F3006-6DA9-452A-A937-A104FC38C4FE}" type="pres">
      <dgm:prSet presAssocID="{D6CA9216-3B1D-4686-AEE7-4CE3F319B5F1}" presName="sibTrans" presStyleCnt="0"/>
      <dgm:spPr/>
    </dgm:pt>
    <dgm:pt modelId="{B9315A3B-96E2-4F4E-8215-4D5C7D3A9A8F}" type="pres">
      <dgm:prSet presAssocID="{A402BE15-0A66-4B35-A8FE-1BCACB378289}" presName="compNode" presStyleCnt="0"/>
      <dgm:spPr/>
    </dgm:pt>
    <dgm:pt modelId="{8035BEB9-D260-4E4A-B81A-E61E96AC27BA}" type="pres">
      <dgm:prSet presAssocID="{A402BE15-0A66-4B35-A8FE-1BCACB37828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alk"/>
        </a:ext>
      </dgm:extLst>
    </dgm:pt>
    <dgm:pt modelId="{CB2BEF17-2BAF-402D-B7C7-C2662AB8937E}" type="pres">
      <dgm:prSet presAssocID="{A402BE15-0A66-4B35-A8FE-1BCACB378289}" presName="spaceRect" presStyleCnt="0"/>
      <dgm:spPr/>
    </dgm:pt>
    <dgm:pt modelId="{12A7BCE1-0773-4D5B-9D3E-3ADD77F69644}" type="pres">
      <dgm:prSet presAssocID="{A402BE15-0A66-4B35-A8FE-1BCACB378289}" presName="textRect" presStyleLbl="revTx" presStyleIdx="2" presStyleCnt="5">
        <dgm:presLayoutVars>
          <dgm:chMax val="1"/>
          <dgm:chPref val="1"/>
        </dgm:presLayoutVars>
      </dgm:prSet>
      <dgm:spPr/>
    </dgm:pt>
    <dgm:pt modelId="{EC546472-D19E-497A-8260-CD94B8AD7993}" type="pres">
      <dgm:prSet presAssocID="{DDFA142F-F19F-4CFD-87E9-E5893B03DF21}" presName="sibTrans" presStyleCnt="0"/>
      <dgm:spPr/>
    </dgm:pt>
    <dgm:pt modelId="{84C5A1B0-DDD4-41B6-BD2A-20B9BC23A70E}" type="pres">
      <dgm:prSet presAssocID="{CEECC96E-0DB7-4016-8ED8-DF3BF5B7D300}" presName="compNode" presStyleCnt="0"/>
      <dgm:spPr/>
    </dgm:pt>
    <dgm:pt modelId="{BB1E01BE-7E23-4B97-91B4-F2799291720E}" type="pres">
      <dgm:prSet presAssocID="{CEECC96E-0DB7-4016-8ED8-DF3BF5B7D30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ement truck"/>
        </a:ext>
      </dgm:extLst>
    </dgm:pt>
    <dgm:pt modelId="{87A33CD3-90D3-43A2-A719-C0FE51C8FDA8}" type="pres">
      <dgm:prSet presAssocID="{CEECC96E-0DB7-4016-8ED8-DF3BF5B7D300}" presName="spaceRect" presStyleCnt="0"/>
      <dgm:spPr/>
    </dgm:pt>
    <dgm:pt modelId="{58E11219-B9B9-493E-B78A-D352A825ECCD}" type="pres">
      <dgm:prSet presAssocID="{CEECC96E-0DB7-4016-8ED8-DF3BF5B7D300}" presName="textRect" presStyleLbl="revTx" presStyleIdx="3" presStyleCnt="5">
        <dgm:presLayoutVars>
          <dgm:chMax val="1"/>
          <dgm:chPref val="1"/>
        </dgm:presLayoutVars>
      </dgm:prSet>
      <dgm:spPr/>
    </dgm:pt>
    <dgm:pt modelId="{746C96F0-BB66-4224-9277-B9A04375C018}" type="pres">
      <dgm:prSet presAssocID="{A7666BC8-68E0-419E-8958-793931D5F3F6}" presName="sibTrans" presStyleCnt="0"/>
      <dgm:spPr/>
    </dgm:pt>
    <dgm:pt modelId="{F3DF7F98-2A87-4E5E-A7ED-7E5D1DC0A61E}" type="pres">
      <dgm:prSet presAssocID="{67BF5DA5-FFC5-4B57-8C95-10849B8B13B0}" presName="compNode" presStyleCnt="0"/>
      <dgm:spPr/>
    </dgm:pt>
    <dgm:pt modelId="{85DF6C11-5049-44C3-B620-0DC40B1BB555}" type="pres">
      <dgm:prSet presAssocID="{67BF5DA5-FFC5-4B57-8C95-10849B8B13B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Electric Car"/>
        </a:ext>
      </dgm:extLst>
    </dgm:pt>
    <dgm:pt modelId="{028ABFD2-09A1-47C4-AD2C-F582572DFE79}" type="pres">
      <dgm:prSet presAssocID="{67BF5DA5-FFC5-4B57-8C95-10849B8B13B0}" presName="spaceRect" presStyleCnt="0"/>
      <dgm:spPr/>
    </dgm:pt>
    <dgm:pt modelId="{790D2936-A73A-4A72-A9CA-54A4CBD32D4E}" type="pres">
      <dgm:prSet presAssocID="{67BF5DA5-FFC5-4B57-8C95-10849B8B13B0}" presName="textRect" presStyleLbl="revTx" presStyleIdx="4" presStyleCnt="5">
        <dgm:presLayoutVars>
          <dgm:chMax val="1"/>
          <dgm:chPref val="1"/>
        </dgm:presLayoutVars>
      </dgm:prSet>
      <dgm:spPr/>
    </dgm:pt>
  </dgm:ptLst>
  <dgm:cxnLst>
    <dgm:cxn modelId="{3E9EB225-5921-4868-ABC8-E5AC59C2DFDD}" type="presOf" srcId="{CEECC96E-0DB7-4016-8ED8-DF3BF5B7D300}" destId="{58E11219-B9B9-493E-B78A-D352A825ECCD}" srcOrd="0" destOrd="0" presId="urn:microsoft.com/office/officeart/2018/2/layout/IconLabelList"/>
    <dgm:cxn modelId="{387FC62A-E090-45D2-B1DE-3BEC9C5FA532}" srcId="{2745DD1F-27BE-4083-A41B-334EB7535E7F}" destId="{67BF5DA5-FFC5-4B57-8C95-10849B8B13B0}" srcOrd="4" destOrd="0" parTransId="{7EF20962-C2E8-49CD-9C5D-036AEA283496}" sibTransId="{CCC4BCD3-817D-495E-AC77-52A5A611CE2D}"/>
    <dgm:cxn modelId="{E054EA2C-F88C-4210-BA34-E2E5EEB24345}" srcId="{2745DD1F-27BE-4083-A41B-334EB7535E7F}" destId="{404EC136-1946-4CB2-97A7-9BE3BB74749B}" srcOrd="0" destOrd="0" parTransId="{A880B12D-FB00-41B9-B7A5-1E7B34454949}" sibTransId="{C6D8EBC4-C49E-4526-B912-A379B230A61D}"/>
    <dgm:cxn modelId="{F930C964-CB07-4D2A-B47B-CE2651E5A52D}" type="presOf" srcId="{2745DD1F-27BE-4083-A41B-334EB7535E7F}" destId="{CFCB58A4-8835-40DA-A9AC-A2104319F2F8}" srcOrd="0" destOrd="0" presId="urn:microsoft.com/office/officeart/2018/2/layout/IconLabelList"/>
    <dgm:cxn modelId="{371CE16D-7CF5-4566-8B42-AD2BB45F4F32}" type="presOf" srcId="{A402BE15-0A66-4B35-A8FE-1BCACB378289}" destId="{12A7BCE1-0773-4D5B-9D3E-3ADD77F69644}" srcOrd="0" destOrd="0" presId="urn:microsoft.com/office/officeart/2018/2/layout/IconLabelList"/>
    <dgm:cxn modelId="{68FB5B7B-1A68-438C-9A93-57BF0E2A06C1}" type="presOf" srcId="{67BF5DA5-FFC5-4B57-8C95-10849B8B13B0}" destId="{790D2936-A73A-4A72-A9CA-54A4CBD32D4E}" srcOrd="0" destOrd="0" presId="urn:microsoft.com/office/officeart/2018/2/layout/IconLabelList"/>
    <dgm:cxn modelId="{51EE1E8E-C6BE-4906-8C9E-44D7B60E88AC}" srcId="{2745DD1F-27BE-4083-A41B-334EB7535E7F}" destId="{CEECC96E-0DB7-4016-8ED8-DF3BF5B7D300}" srcOrd="3" destOrd="0" parTransId="{21F81321-B7E4-4ABC-8A91-08145381E997}" sibTransId="{A7666BC8-68E0-419E-8958-793931D5F3F6}"/>
    <dgm:cxn modelId="{79616799-B4D8-4EF2-8230-9CF24B352773}" type="presOf" srcId="{404EC136-1946-4CB2-97A7-9BE3BB74749B}" destId="{7D137D88-1609-440A-B0B4-6E3A6ADDB3D5}" srcOrd="0" destOrd="0" presId="urn:microsoft.com/office/officeart/2018/2/layout/IconLabelList"/>
    <dgm:cxn modelId="{CC099EC6-93FB-45AB-9FFA-C24362894E43}" srcId="{2745DD1F-27BE-4083-A41B-334EB7535E7F}" destId="{103FE000-78C5-4F70-BD29-C0EAD071E053}" srcOrd="1" destOrd="0" parTransId="{36D92951-F1E6-4085-AF03-B2F67BC9A262}" sibTransId="{D6CA9216-3B1D-4686-AEE7-4CE3F319B5F1}"/>
    <dgm:cxn modelId="{614E22E4-8E80-424C-9826-99C4B6DEB132}" type="presOf" srcId="{103FE000-78C5-4F70-BD29-C0EAD071E053}" destId="{DB14B5A1-9897-48DB-A6BC-4CA5C6FA47C1}" srcOrd="0" destOrd="0" presId="urn:microsoft.com/office/officeart/2018/2/layout/IconLabelList"/>
    <dgm:cxn modelId="{CC7C59E4-898B-43DC-B97F-05DF392F6DD0}" srcId="{2745DD1F-27BE-4083-A41B-334EB7535E7F}" destId="{A402BE15-0A66-4B35-A8FE-1BCACB378289}" srcOrd="2" destOrd="0" parTransId="{5EE8213F-A8F7-4EED-A93C-BA62F6075909}" sibTransId="{DDFA142F-F19F-4CFD-87E9-E5893B03DF21}"/>
    <dgm:cxn modelId="{5EEB4849-C027-4AC3-8643-1D4D9093A497}" type="presParOf" srcId="{CFCB58A4-8835-40DA-A9AC-A2104319F2F8}" destId="{FA839B3C-BEA3-43EF-A9C6-B567DD33860B}" srcOrd="0" destOrd="0" presId="urn:microsoft.com/office/officeart/2018/2/layout/IconLabelList"/>
    <dgm:cxn modelId="{11051C3B-3080-480F-B2B0-F9BF0B0F24AC}" type="presParOf" srcId="{FA839B3C-BEA3-43EF-A9C6-B567DD33860B}" destId="{46C27570-7164-4350-BF3B-37E94DDB63F8}" srcOrd="0" destOrd="0" presId="urn:microsoft.com/office/officeart/2018/2/layout/IconLabelList"/>
    <dgm:cxn modelId="{8B034411-8121-4A4B-BF71-ED87CA7BE19A}" type="presParOf" srcId="{FA839B3C-BEA3-43EF-A9C6-B567DD33860B}" destId="{46DF6642-849F-407E-8428-F05A6FF44BF1}" srcOrd="1" destOrd="0" presId="urn:microsoft.com/office/officeart/2018/2/layout/IconLabelList"/>
    <dgm:cxn modelId="{4DA29AC9-854C-44C2-8EF7-0B6A2CC8DD82}" type="presParOf" srcId="{FA839B3C-BEA3-43EF-A9C6-B567DD33860B}" destId="{7D137D88-1609-440A-B0B4-6E3A6ADDB3D5}" srcOrd="2" destOrd="0" presId="urn:microsoft.com/office/officeart/2018/2/layout/IconLabelList"/>
    <dgm:cxn modelId="{BDC0E451-252B-4A9F-9C7A-C6B46695CAB4}" type="presParOf" srcId="{CFCB58A4-8835-40DA-A9AC-A2104319F2F8}" destId="{9EBA2F75-F9FE-4AA8-BE69-0078B5CF72FC}" srcOrd="1" destOrd="0" presId="urn:microsoft.com/office/officeart/2018/2/layout/IconLabelList"/>
    <dgm:cxn modelId="{86FB5C04-42C5-4F01-AB4D-A62BF78933B5}" type="presParOf" srcId="{CFCB58A4-8835-40DA-A9AC-A2104319F2F8}" destId="{3D23B449-69A0-4C19-BF10-1B88FD8F6DAA}" srcOrd="2" destOrd="0" presId="urn:microsoft.com/office/officeart/2018/2/layout/IconLabelList"/>
    <dgm:cxn modelId="{D2DC486A-5D4E-4D63-B323-3C06414BFE1E}" type="presParOf" srcId="{3D23B449-69A0-4C19-BF10-1B88FD8F6DAA}" destId="{155718BA-6B5B-4A54-9E77-B05790B71BC6}" srcOrd="0" destOrd="0" presId="urn:microsoft.com/office/officeart/2018/2/layout/IconLabelList"/>
    <dgm:cxn modelId="{C6D1650B-10BA-4806-AEEF-BC814C7570EB}" type="presParOf" srcId="{3D23B449-69A0-4C19-BF10-1B88FD8F6DAA}" destId="{E2555489-A981-4D3A-B367-8D27B02CABB9}" srcOrd="1" destOrd="0" presId="urn:microsoft.com/office/officeart/2018/2/layout/IconLabelList"/>
    <dgm:cxn modelId="{9B9ED406-A936-4148-90A7-04FB6A47687D}" type="presParOf" srcId="{3D23B449-69A0-4C19-BF10-1B88FD8F6DAA}" destId="{DB14B5A1-9897-48DB-A6BC-4CA5C6FA47C1}" srcOrd="2" destOrd="0" presId="urn:microsoft.com/office/officeart/2018/2/layout/IconLabelList"/>
    <dgm:cxn modelId="{CDAE8DA8-1AAE-4BD3-B97A-309F4A626CAB}" type="presParOf" srcId="{CFCB58A4-8835-40DA-A9AC-A2104319F2F8}" destId="{024F3006-6DA9-452A-A937-A104FC38C4FE}" srcOrd="3" destOrd="0" presId="urn:microsoft.com/office/officeart/2018/2/layout/IconLabelList"/>
    <dgm:cxn modelId="{A8EF4F59-89D4-48EB-AD15-52B6802C2715}" type="presParOf" srcId="{CFCB58A4-8835-40DA-A9AC-A2104319F2F8}" destId="{B9315A3B-96E2-4F4E-8215-4D5C7D3A9A8F}" srcOrd="4" destOrd="0" presId="urn:microsoft.com/office/officeart/2018/2/layout/IconLabelList"/>
    <dgm:cxn modelId="{CB15E4D3-8433-4430-B7E4-5F280FD52945}" type="presParOf" srcId="{B9315A3B-96E2-4F4E-8215-4D5C7D3A9A8F}" destId="{8035BEB9-D260-4E4A-B81A-E61E96AC27BA}" srcOrd="0" destOrd="0" presId="urn:microsoft.com/office/officeart/2018/2/layout/IconLabelList"/>
    <dgm:cxn modelId="{C2FFFEDD-45D7-448B-B7AF-A052A604FADF}" type="presParOf" srcId="{B9315A3B-96E2-4F4E-8215-4D5C7D3A9A8F}" destId="{CB2BEF17-2BAF-402D-B7C7-C2662AB8937E}" srcOrd="1" destOrd="0" presId="urn:microsoft.com/office/officeart/2018/2/layout/IconLabelList"/>
    <dgm:cxn modelId="{AFCC9139-7B0E-409D-9B29-587980D0BDD5}" type="presParOf" srcId="{B9315A3B-96E2-4F4E-8215-4D5C7D3A9A8F}" destId="{12A7BCE1-0773-4D5B-9D3E-3ADD77F69644}" srcOrd="2" destOrd="0" presId="urn:microsoft.com/office/officeart/2018/2/layout/IconLabelList"/>
    <dgm:cxn modelId="{B1DCFB3D-E4BE-45AB-B256-D75811BD2319}" type="presParOf" srcId="{CFCB58A4-8835-40DA-A9AC-A2104319F2F8}" destId="{EC546472-D19E-497A-8260-CD94B8AD7993}" srcOrd="5" destOrd="0" presId="urn:microsoft.com/office/officeart/2018/2/layout/IconLabelList"/>
    <dgm:cxn modelId="{A9FAFBBD-1087-40FC-8EFE-50CEE383B17F}" type="presParOf" srcId="{CFCB58A4-8835-40DA-A9AC-A2104319F2F8}" destId="{84C5A1B0-DDD4-41B6-BD2A-20B9BC23A70E}" srcOrd="6" destOrd="0" presId="urn:microsoft.com/office/officeart/2018/2/layout/IconLabelList"/>
    <dgm:cxn modelId="{801A5635-D447-40B7-A840-2DE2A948332A}" type="presParOf" srcId="{84C5A1B0-DDD4-41B6-BD2A-20B9BC23A70E}" destId="{BB1E01BE-7E23-4B97-91B4-F2799291720E}" srcOrd="0" destOrd="0" presId="urn:microsoft.com/office/officeart/2018/2/layout/IconLabelList"/>
    <dgm:cxn modelId="{CDE9CECA-8A45-467F-861C-4E7D88E5B7A0}" type="presParOf" srcId="{84C5A1B0-DDD4-41B6-BD2A-20B9BC23A70E}" destId="{87A33CD3-90D3-43A2-A719-C0FE51C8FDA8}" srcOrd="1" destOrd="0" presId="urn:microsoft.com/office/officeart/2018/2/layout/IconLabelList"/>
    <dgm:cxn modelId="{F429D499-1D4F-4B4F-8904-250060473F22}" type="presParOf" srcId="{84C5A1B0-DDD4-41B6-BD2A-20B9BC23A70E}" destId="{58E11219-B9B9-493E-B78A-D352A825ECCD}" srcOrd="2" destOrd="0" presId="urn:microsoft.com/office/officeart/2018/2/layout/IconLabelList"/>
    <dgm:cxn modelId="{AF849E84-3FAD-4C5D-AC54-BD7DB7C4BCCC}" type="presParOf" srcId="{CFCB58A4-8835-40DA-A9AC-A2104319F2F8}" destId="{746C96F0-BB66-4224-9277-B9A04375C018}" srcOrd="7" destOrd="0" presId="urn:microsoft.com/office/officeart/2018/2/layout/IconLabelList"/>
    <dgm:cxn modelId="{B00634AC-70FF-4D78-A1B1-E85FE5DDB213}" type="presParOf" srcId="{CFCB58A4-8835-40DA-A9AC-A2104319F2F8}" destId="{F3DF7F98-2A87-4E5E-A7ED-7E5D1DC0A61E}" srcOrd="8" destOrd="0" presId="urn:microsoft.com/office/officeart/2018/2/layout/IconLabelList"/>
    <dgm:cxn modelId="{534B3F8F-50A3-45B8-B0A2-088FC65CDAD2}" type="presParOf" srcId="{F3DF7F98-2A87-4E5E-A7ED-7E5D1DC0A61E}" destId="{85DF6C11-5049-44C3-B620-0DC40B1BB555}" srcOrd="0" destOrd="0" presId="urn:microsoft.com/office/officeart/2018/2/layout/IconLabelList"/>
    <dgm:cxn modelId="{8E649ECE-52D4-4628-82AA-C99F55B68DB7}" type="presParOf" srcId="{F3DF7F98-2A87-4E5E-A7ED-7E5D1DC0A61E}" destId="{028ABFD2-09A1-47C4-AD2C-F582572DFE79}" srcOrd="1" destOrd="0" presId="urn:microsoft.com/office/officeart/2018/2/layout/IconLabelList"/>
    <dgm:cxn modelId="{7940E1DC-BA87-4CF7-9F87-199A9C2E92FF}" type="presParOf" srcId="{F3DF7F98-2A87-4E5E-A7ED-7E5D1DC0A61E}" destId="{790D2936-A73A-4A72-A9CA-54A4CBD32D4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A5809-A328-4243-A7A7-2500A56B1C9E}">
      <dsp:nvSpPr>
        <dsp:cNvPr id="0" name=""/>
        <dsp:cNvSpPr/>
      </dsp:nvSpPr>
      <dsp:spPr>
        <a:xfrm>
          <a:off x="0" y="114917"/>
          <a:ext cx="8249243" cy="1193369"/>
        </a:xfrm>
        <a:prstGeom prst="roundRect">
          <a:avLst>
            <a:gd name="adj" fmla="val 10000"/>
          </a:avLst>
        </a:prstGeom>
        <a:gradFill rotWithShape="1">
          <a:gsLst>
            <a:gs pos="0">
              <a:schemeClr val="accent1">
                <a:tint val="98000"/>
                <a:hueMod val="94000"/>
                <a:satMod val="130000"/>
                <a:lumMod val="128000"/>
              </a:schemeClr>
            </a:gs>
            <a:gs pos="100000">
              <a:schemeClr val="accent1">
                <a:shade val="94000"/>
                <a:lumMod val="88000"/>
              </a:schemeClr>
            </a:gs>
          </a:gsLst>
          <a:lin ang="5400000" scaled="0"/>
        </a:gradFill>
        <a:ln>
          <a:solidFill>
            <a:schemeClr val="tx1"/>
          </a:solid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hemeClr val="accent1"/>
        </a:lnRef>
        <a:fillRef idx="3">
          <a:schemeClr val="accent1"/>
        </a:fillRef>
        <a:effectRef idx="3">
          <a:schemeClr val="accent1"/>
        </a:effectRef>
        <a:fontRef idx="minor">
          <a:schemeClr val="lt1"/>
        </a:fontRef>
      </dsp:style>
    </dsp:sp>
    <dsp:sp modelId="{FB62E8F6-ED4A-43A5-8DAC-F9C168AE3A12}">
      <dsp:nvSpPr>
        <dsp:cNvPr id="0" name=""/>
        <dsp:cNvSpPr/>
      </dsp:nvSpPr>
      <dsp:spPr>
        <a:xfrm>
          <a:off x="360994" y="383425"/>
          <a:ext cx="656353" cy="6563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ADAFB01-4A1E-49AF-9E9A-A9B47C08F287}">
      <dsp:nvSpPr>
        <dsp:cNvPr id="0" name=""/>
        <dsp:cNvSpPr/>
      </dsp:nvSpPr>
      <dsp:spPr>
        <a:xfrm>
          <a:off x="1378341" y="114917"/>
          <a:ext cx="6870901" cy="1193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298" tIns="126298" rIns="126298" bIns="126298" numCol="1" spcCol="1270" anchor="ctr" anchorCtr="0">
          <a:noAutofit/>
        </a:bodyPr>
        <a:lstStyle/>
        <a:p>
          <a:pPr marL="0" lvl="0" indent="0" algn="l" defTabSz="622300">
            <a:lnSpc>
              <a:spcPct val="100000"/>
            </a:lnSpc>
            <a:spcBef>
              <a:spcPct val="0"/>
            </a:spcBef>
            <a:spcAft>
              <a:spcPct val="35000"/>
            </a:spcAft>
            <a:buNone/>
          </a:pPr>
          <a:r>
            <a:rPr lang="en-US" sz="1400" kern="1200" dirty="0">
              <a:solidFill>
                <a:schemeClr val="tx1"/>
              </a:solidFill>
            </a:rPr>
            <a:t>This project aims to look at how waste collection can be improved by using sensors and automations. Most waste system projects only focus on how to solve problems instead of using data and trends to make decisions.</a:t>
          </a:r>
        </a:p>
      </dsp:txBody>
      <dsp:txXfrm>
        <a:off x="1378341" y="114917"/>
        <a:ext cx="6870901" cy="1193369"/>
      </dsp:txXfrm>
    </dsp:sp>
    <dsp:sp modelId="{39EA4058-DA19-4DD3-8C37-973E32F29974}">
      <dsp:nvSpPr>
        <dsp:cNvPr id="0" name=""/>
        <dsp:cNvSpPr/>
      </dsp:nvSpPr>
      <dsp:spPr>
        <a:xfrm>
          <a:off x="0" y="1520441"/>
          <a:ext cx="8249243" cy="1193369"/>
        </a:xfrm>
        <a:prstGeom prst="roundRect">
          <a:avLst>
            <a:gd name="adj" fmla="val 10000"/>
          </a:avLst>
        </a:prstGeom>
        <a:gradFill rotWithShape="1">
          <a:gsLst>
            <a:gs pos="0">
              <a:schemeClr val="accent1">
                <a:tint val="98000"/>
                <a:hueMod val="94000"/>
                <a:satMod val="130000"/>
                <a:lumMod val="128000"/>
              </a:schemeClr>
            </a:gs>
            <a:gs pos="100000">
              <a:schemeClr val="accent1">
                <a:shade val="94000"/>
                <a:lumMod val="88000"/>
              </a:schemeClr>
            </a:gs>
          </a:gsLst>
          <a:lin ang="5400000" scaled="0"/>
        </a:gradFill>
        <a:ln>
          <a:solidFill>
            <a:schemeClr val="tx1"/>
          </a:solid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hemeClr val="accent1"/>
        </a:lnRef>
        <a:fillRef idx="3">
          <a:schemeClr val="accent1"/>
        </a:fillRef>
        <a:effectRef idx="3">
          <a:schemeClr val="accent1"/>
        </a:effectRef>
        <a:fontRef idx="minor">
          <a:schemeClr val="lt1"/>
        </a:fontRef>
      </dsp:style>
    </dsp:sp>
    <dsp:sp modelId="{04EFDB93-DD93-4F20-A6CC-F917E2B1E2F3}">
      <dsp:nvSpPr>
        <dsp:cNvPr id="0" name=""/>
        <dsp:cNvSpPr/>
      </dsp:nvSpPr>
      <dsp:spPr>
        <a:xfrm>
          <a:off x="360994" y="1788949"/>
          <a:ext cx="656353" cy="6563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34789CF-1DEF-40A0-A524-5F6A5C28EAF0}">
      <dsp:nvSpPr>
        <dsp:cNvPr id="0" name=""/>
        <dsp:cNvSpPr/>
      </dsp:nvSpPr>
      <dsp:spPr>
        <a:xfrm>
          <a:off x="1378341" y="1520441"/>
          <a:ext cx="6870901" cy="1193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298" tIns="126298" rIns="126298" bIns="126298" numCol="1" spcCol="1270" anchor="ctr" anchorCtr="0">
          <a:noAutofit/>
        </a:bodyPr>
        <a:lstStyle/>
        <a:p>
          <a:pPr marL="0" lvl="0" indent="0" algn="l" defTabSz="533400">
            <a:lnSpc>
              <a:spcPct val="100000"/>
            </a:lnSpc>
            <a:spcBef>
              <a:spcPct val="0"/>
            </a:spcBef>
            <a:spcAft>
              <a:spcPct val="35000"/>
            </a:spcAft>
            <a:buNone/>
          </a:pPr>
          <a:r>
            <a:rPr lang="en-US" sz="1200" kern="1200" dirty="0">
              <a:solidFill>
                <a:schemeClr val="tx1"/>
              </a:solidFill>
            </a:rPr>
            <a:t>We are planning to create a simulated robot environment for testing and use those learnings to create a small-scale prototype that will check the waste level, determine when the bin is full and navigate to a trash disposal location. This project's main focus is to create the required technology needed for autonomous navigation and to discover the required sensors for collecting data of waste level.</a:t>
          </a:r>
        </a:p>
      </dsp:txBody>
      <dsp:txXfrm>
        <a:off x="1378341" y="1520441"/>
        <a:ext cx="6870901" cy="11933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DF981B-1636-4D1B-A626-A2AB503D344B}">
      <dsp:nvSpPr>
        <dsp:cNvPr id="0" name=""/>
        <dsp:cNvSpPr/>
      </dsp:nvSpPr>
      <dsp:spPr>
        <a:xfrm>
          <a:off x="84318" y="1155351"/>
          <a:ext cx="1105697" cy="1105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BB85E1-9D68-482C-A940-63E645E0EE1E}">
      <dsp:nvSpPr>
        <dsp:cNvPr id="0" name=""/>
        <dsp:cNvSpPr/>
      </dsp:nvSpPr>
      <dsp:spPr>
        <a:xfrm>
          <a:off x="316514" y="1387547"/>
          <a:ext cx="641304" cy="6413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61155D-6EE5-477D-BAA9-8880E5D1AA4D}">
      <dsp:nvSpPr>
        <dsp:cNvPr id="0" name=""/>
        <dsp:cNvSpPr/>
      </dsp:nvSpPr>
      <dsp:spPr>
        <a:xfrm>
          <a:off x="1426950" y="1155351"/>
          <a:ext cx="2606286" cy="1105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This project approaches waste collection as a logistics and optimization problem by integrating sensing, analytics, and autonomous navigation. The system improves collection efficiency while generating useful insights into waste usage behavior. Designed for scalability, the architecture supports residential, assisted-living, and broader smart infrastructure environments.</a:t>
          </a:r>
        </a:p>
      </dsp:txBody>
      <dsp:txXfrm>
        <a:off x="1426950" y="1155351"/>
        <a:ext cx="2606286" cy="1105697"/>
      </dsp:txXfrm>
    </dsp:sp>
    <dsp:sp modelId="{88CA54E7-4F2E-4585-8196-420FB0340BFF}">
      <dsp:nvSpPr>
        <dsp:cNvPr id="0" name=""/>
        <dsp:cNvSpPr/>
      </dsp:nvSpPr>
      <dsp:spPr>
        <a:xfrm>
          <a:off x="4487362" y="1155351"/>
          <a:ext cx="1105697" cy="1105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80310D-67CF-449B-84FF-D03499793009}">
      <dsp:nvSpPr>
        <dsp:cNvPr id="0" name=""/>
        <dsp:cNvSpPr/>
      </dsp:nvSpPr>
      <dsp:spPr>
        <a:xfrm>
          <a:off x="4719559" y="1387547"/>
          <a:ext cx="641304" cy="6413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1C06DD-D57F-45C1-AC77-FE770A47272C}">
      <dsp:nvSpPr>
        <dsp:cNvPr id="0" name=""/>
        <dsp:cNvSpPr/>
      </dsp:nvSpPr>
      <dsp:spPr>
        <a:xfrm>
          <a:off x="5829995" y="1155351"/>
          <a:ext cx="2606286" cy="1105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t>The system autonomously travels from a designated resting location to a disposal point when waste sensors detect that a bin has reached a predefined fill level. This approach reduces manual effort, improves safety, and demonstrates how automation can enable more efficient and data-informed waste management.</a:t>
          </a:r>
        </a:p>
      </dsp:txBody>
      <dsp:txXfrm>
        <a:off x="5829995" y="1155351"/>
        <a:ext cx="2606286" cy="11056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65CAB-87CA-49DD-9868-A8599E544FD4}">
      <dsp:nvSpPr>
        <dsp:cNvPr id="0" name=""/>
        <dsp:cNvSpPr/>
      </dsp:nvSpPr>
      <dsp:spPr>
        <a:xfrm>
          <a:off x="682800" y="223630"/>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9D62224F-EA83-4B8D-B071-D257804E5484}">
      <dsp:nvSpPr>
        <dsp:cNvPr id="0" name=""/>
        <dsp:cNvSpPr/>
      </dsp:nvSpPr>
      <dsp:spPr>
        <a:xfrm>
          <a:off x="187800" y="1479170"/>
          <a:ext cx="1800000" cy="1713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A QR code sticker would signal the robot where to travel to.</a:t>
          </a:r>
          <a:br>
            <a:rPr lang="en-US" sz="1100" kern="1200" dirty="0"/>
          </a:br>
          <a:r>
            <a:rPr lang="en-US" sz="1100" kern="1200" dirty="0"/>
            <a:t> It automates waste disposal, which would save a person’s time and energy.</a:t>
          </a:r>
        </a:p>
      </dsp:txBody>
      <dsp:txXfrm>
        <a:off x="187800" y="1479170"/>
        <a:ext cx="1800000" cy="1713599"/>
      </dsp:txXfrm>
    </dsp:sp>
    <dsp:sp modelId="{40572076-0C6F-473A-BE67-3EB7E5F6877D}">
      <dsp:nvSpPr>
        <dsp:cNvPr id="0" name=""/>
        <dsp:cNvSpPr/>
      </dsp:nvSpPr>
      <dsp:spPr>
        <a:xfrm>
          <a:off x="2797800" y="223630"/>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FD2DD1F2-9D53-42BE-945E-7C42E64FC096}">
      <dsp:nvSpPr>
        <dsp:cNvPr id="0" name=""/>
        <dsp:cNvSpPr/>
      </dsp:nvSpPr>
      <dsp:spPr>
        <a:xfrm>
          <a:off x="2302800" y="1479170"/>
          <a:ext cx="1800000" cy="1713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LiDAR sensors would detect any blocking obstacles in real time and turn accordingly.</a:t>
          </a:r>
          <a:br>
            <a:rPr lang="en-US" sz="1100" kern="1200"/>
          </a:br>
          <a:r>
            <a:rPr lang="en-US" sz="1100" kern="1200"/>
            <a:t> It prevents any collisions that could occur and allows the robot to safely navigate in an environment.</a:t>
          </a:r>
        </a:p>
      </dsp:txBody>
      <dsp:txXfrm>
        <a:off x="2302800" y="1479170"/>
        <a:ext cx="1800000" cy="1713599"/>
      </dsp:txXfrm>
    </dsp:sp>
    <dsp:sp modelId="{01BF2093-59A5-40AA-996E-C5621BF666E2}">
      <dsp:nvSpPr>
        <dsp:cNvPr id="0" name=""/>
        <dsp:cNvSpPr/>
      </dsp:nvSpPr>
      <dsp:spPr>
        <a:xfrm>
          <a:off x="4912800" y="223630"/>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9F473237-F5D1-4F73-AE6E-896F3F116F13}">
      <dsp:nvSpPr>
        <dsp:cNvPr id="0" name=""/>
        <dsp:cNvSpPr/>
      </dsp:nvSpPr>
      <dsp:spPr>
        <a:xfrm>
          <a:off x="4417800" y="1479170"/>
          <a:ext cx="1800000" cy="1713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An ultrasonic distance sensor alongside 1–4 load cell sensors would measure the levels of waste and signal the robot when it is full.</a:t>
          </a:r>
          <a:br>
            <a:rPr lang="en-US" sz="1100" kern="1200"/>
          </a:br>
          <a:r>
            <a:rPr lang="en-US" sz="1100" kern="1200"/>
            <a:t> It ensures the robot will have accurate detection to correctly decide when traveling is necessary.</a:t>
          </a:r>
        </a:p>
      </dsp:txBody>
      <dsp:txXfrm>
        <a:off x="4417800" y="1479170"/>
        <a:ext cx="1800000" cy="1713599"/>
      </dsp:txXfrm>
    </dsp:sp>
    <dsp:sp modelId="{C4E57B7B-00AB-4D70-93E6-402521F7F74E}">
      <dsp:nvSpPr>
        <dsp:cNvPr id="0" name=""/>
        <dsp:cNvSpPr/>
      </dsp:nvSpPr>
      <dsp:spPr>
        <a:xfrm>
          <a:off x="7027800" y="223630"/>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8DA853ED-E315-497C-93E8-B69BCAC17D43}">
      <dsp:nvSpPr>
        <dsp:cNvPr id="0" name=""/>
        <dsp:cNvSpPr/>
      </dsp:nvSpPr>
      <dsp:spPr>
        <a:xfrm>
          <a:off x="6532800" y="1479170"/>
          <a:ext cx="1800000" cy="1713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data over time of the waste levels would be analyzed for patterns.</a:t>
          </a:r>
          <a:br>
            <a:rPr lang="en-US" sz="1100" kern="1200"/>
          </a:br>
          <a:r>
            <a:rPr lang="en-US" sz="1100" kern="1200"/>
            <a:t> It helps optimize schedules for waste collection and efficiently provides a user’s waste patterns for collectors.</a:t>
          </a:r>
        </a:p>
      </dsp:txBody>
      <dsp:txXfrm>
        <a:off x="6532800" y="1479170"/>
        <a:ext cx="1800000" cy="17135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41777-6928-4BC7-AFD6-2CF5531B301B}">
      <dsp:nvSpPr>
        <dsp:cNvPr id="0" name=""/>
        <dsp:cNvSpPr/>
      </dsp:nvSpPr>
      <dsp:spPr>
        <a:xfrm>
          <a:off x="1875" y="458578"/>
          <a:ext cx="1487685" cy="892611"/>
        </a:xfrm>
        <a:prstGeom prst="rect">
          <a:avLst/>
        </a:prstGeom>
        <a:gradFill rotWithShape="1">
          <a:gsLst>
            <a:gs pos="0">
              <a:schemeClr val="accent1">
                <a:tint val="98000"/>
                <a:hueMod val="94000"/>
                <a:satMod val="130000"/>
                <a:lumMod val="128000"/>
              </a:schemeClr>
            </a:gs>
            <a:gs pos="100000">
              <a:schemeClr val="accent1">
                <a:shade val="94000"/>
                <a:lumMod val="88000"/>
              </a:schemeClr>
            </a:gs>
          </a:gsLst>
          <a:lin ang="5400000" scaled="0"/>
        </a:gradFill>
        <a:ln>
          <a:solidFill>
            <a:schemeClr val="tx1"/>
          </a:solid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1. The QR code sticker is placed correctly at destination points for drop off.</a:t>
          </a:r>
          <a:br>
            <a:rPr lang="en-US" sz="800" kern="1200" dirty="0"/>
          </a:br>
          <a:endParaRPr lang="en-US" sz="800" kern="1200" dirty="0"/>
        </a:p>
      </dsp:txBody>
      <dsp:txXfrm>
        <a:off x="1875" y="458578"/>
        <a:ext cx="1487685" cy="892611"/>
      </dsp:txXfrm>
    </dsp:sp>
    <dsp:sp modelId="{0C603D32-B271-4770-B1AE-ABCE22F0BEE6}">
      <dsp:nvSpPr>
        <dsp:cNvPr id="0" name=""/>
        <dsp:cNvSpPr/>
      </dsp:nvSpPr>
      <dsp:spPr>
        <a:xfrm>
          <a:off x="1638329" y="458578"/>
          <a:ext cx="1487685" cy="892611"/>
        </a:xfrm>
        <a:prstGeom prst="rect">
          <a:avLst/>
        </a:prstGeom>
        <a:gradFill rotWithShape="1">
          <a:gsLst>
            <a:gs pos="0">
              <a:schemeClr val="accent1">
                <a:tint val="98000"/>
                <a:hueMod val="94000"/>
                <a:satMod val="130000"/>
                <a:lumMod val="128000"/>
              </a:schemeClr>
            </a:gs>
            <a:gs pos="100000">
              <a:schemeClr val="accent1">
                <a:shade val="94000"/>
                <a:lumMod val="88000"/>
              </a:schemeClr>
            </a:gs>
          </a:gsLst>
          <a:lin ang="5400000" scaled="0"/>
        </a:gradFill>
        <a:ln>
          <a:solidFill>
            <a:schemeClr val="tx1"/>
          </a:solid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2. Elderly and physically disabled users are willing to allow an assistive robotic system to support routine waste handling tasks.</a:t>
          </a:r>
          <a:br>
            <a:rPr lang="en-US" sz="800" kern="1200" dirty="0"/>
          </a:br>
          <a:endParaRPr lang="en-US" sz="800" kern="1200" dirty="0"/>
        </a:p>
      </dsp:txBody>
      <dsp:txXfrm>
        <a:off x="1638329" y="458578"/>
        <a:ext cx="1487685" cy="892611"/>
      </dsp:txXfrm>
    </dsp:sp>
    <dsp:sp modelId="{9D1149C6-00CD-4CBA-BCA5-3ECD2EA82398}">
      <dsp:nvSpPr>
        <dsp:cNvPr id="0" name=""/>
        <dsp:cNvSpPr/>
      </dsp:nvSpPr>
      <dsp:spPr>
        <a:xfrm>
          <a:off x="3274784" y="458578"/>
          <a:ext cx="1487685" cy="892611"/>
        </a:xfrm>
        <a:prstGeom prst="rect">
          <a:avLst/>
        </a:prstGeom>
        <a:gradFill rotWithShape="1">
          <a:gsLst>
            <a:gs pos="0">
              <a:schemeClr val="accent1">
                <a:tint val="98000"/>
                <a:hueMod val="94000"/>
                <a:satMod val="130000"/>
                <a:lumMod val="128000"/>
              </a:schemeClr>
            </a:gs>
            <a:gs pos="100000">
              <a:schemeClr val="accent1">
                <a:shade val="94000"/>
                <a:lumMod val="88000"/>
              </a:schemeClr>
            </a:gs>
          </a:gsLst>
          <a:lin ang="5400000" scaled="0"/>
        </a:gradFill>
        <a:ln>
          <a:solidFill>
            <a:schemeClr val="tx1"/>
          </a:solid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3. Users will not be required to directly interact with the system during normal operation.</a:t>
          </a:r>
          <a:br>
            <a:rPr lang="en-US" sz="800" kern="1200" dirty="0"/>
          </a:br>
          <a:r>
            <a:rPr lang="en-US" sz="800" kern="1200" dirty="0"/>
            <a:t> </a:t>
          </a:r>
        </a:p>
      </dsp:txBody>
      <dsp:txXfrm>
        <a:off x="3274784" y="458578"/>
        <a:ext cx="1487685" cy="892611"/>
      </dsp:txXfrm>
    </dsp:sp>
    <dsp:sp modelId="{2E60CF21-FF17-43E8-A25B-B1BBA064C3FA}">
      <dsp:nvSpPr>
        <dsp:cNvPr id="0" name=""/>
        <dsp:cNvSpPr/>
      </dsp:nvSpPr>
      <dsp:spPr>
        <a:xfrm>
          <a:off x="4911238" y="458578"/>
          <a:ext cx="1487685" cy="892611"/>
        </a:xfrm>
        <a:prstGeom prst="rect">
          <a:avLst/>
        </a:prstGeom>
        <a:gradFill rotWithShape="1">
          <a:gsLst>
            <a:gs pos="0">
              <a:schemeClr val="accent1">
                <a:tint val="98000"/>
                <a:hueMod val="94000"/>
                <a:satMod val="130000"/>
                <a:lumMod val="128000"/>
              </a:schemeClr>
            </a:gs>
            <a:gs pos="100000">
              <a:schemeClr val="accent1">
                <a:shade val="94000"/>
                <a:lumMod val="88000"/>
              </a:schemeClr>
            </a:gs>
          </a:gsLst>
          <a:lin ang="5400000" scaled="0"/>
        </a:gradFill>
        <a:ln>
          <a:solidFill>
            <a:schemeClr val="tx1"/>
          </a:solid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4. The LiDAR sensor will detect appropriate sizes of obstacles.</a:t>
          </a:r>
        </a:p>
      </dsp:txBody>
      <dsp:txXfrm>
        <a:off x="4911238" y="458578"/>
        <a:ext cx="1487685" cy="892611"/>
      </dsp:txXfrm>
    </dsp:sp>
    <dsp:sp modelId="{A86873C5-E94A-4207-B7E0-394B8D29D943}">
      <dsp:nvSpPr>
        <dsp:cNvPr id="0" name=""/>
        <dsp:cNvSpPr/>
      </dsp:nvSpPr>
      <dsp:spPr>
        <a:xfrm>
          <a:off x="0" y="1888333"/>
          <a:ext cx="1487685" cy="89261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a:effectLst/>
      </dsp:spPr>
      <dsp:style>
        <a:lnRef idx="0">
          <a:scrgbClr r="0" g="0" b="0"/>
        </a:lnRef>
        <a:fillRef idx="0">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1. Designed to operate with minimal human feedback.</a:t>
          </a:r>
        </a:p>
      </dsp:txBody>
      <dsp:txXfrm>
        <a:off x="0" y="1888333"/>
        <a:ext cx="1487685" cy="892611"/>
      </dsp:txXfrm>
    </dsp:sp>
    <dsp:sp modelId="{FE0376D6-739D-43F1-9E72-047D33BB8B53}">
      <dsp:nvSpPr>
        <dsp:cNvPr id="0" name=""/>
        <dsp:cNvSpPr/>
      </dsp:nvSpPr>
      <dsp:spPr>
        <a:xfrm>
          <a:off x="1638329" y="1896492"/>
          <a:ext cx="1487685" cy="89261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a:effectLst/>
      </dsp:spPr>
      <dsp:style>
        <a:lnRef idx="0">
          <a:scrgbClr r="0" g="0" b="0"/>
        </a:lnRef>
        <a:fillRef idx="0">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2. Operation is limited to indoor environments and outdoor concrete or similarly flat surfaces.</a:t>
          </a:r>
        </a:p>
      </dsp:txBody>
      <dsp:txXfrm>
        <a:off x="1638329" y="1896492"/>
        <a:ext cx="1487685" cy="892611"/>
      </dsp:txXfrm>
    </dsp:sp>
    <dsp:sp modelId="{84F1DE9F-FA42-4290-B95F-D8014E24A294}">
      <dsp:nvSpPr>
        <dsp:cNvPr id="0" name=""/>
        <dsp:cNvSpPr/>
      </dsp:nvSpPr>
      <dsp:spPr>
        <a:xfrm>
          <a:off x="3274784" y="1888333"/>
          <a:ext cx="1487685" cy="89261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a:effectLst/>
      </dsp:spPr>
      <dsp:style>
        <a:lnRef idx="0">
          <a:scrgbClr r="0" g="0" b="0"/>
        </a:lnRef>
        <a:fillRef idx="0">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3. The system is not designed to operate on uneven terrain, stairs, or soft ground surfaces such as grass or gravel.</a:t>
          </a:r>
        </a:p>
      </dsp:txBody>
      <dsp:txXfrm>
        <a:off x="3274784" y="1888333"/>
        <a:ext cx="1487685" cy="892611"/>
      </dsp:txXfrm>
    </dsp:sp>
    <dsp:sp modelId="{AD5C4B8B-0F6A-4634-9714-A874424CC98F}">
      <dsp:nvSpPr>
        <dsp:cNvPr id="0" name=""/>
        <dsp:cNvSpPr/>
      </dsp:nvSpPr>
      <dsp:spPr>
        <a:xfrm>
          <a:off x="4911238" y="1888333"/>
          <a:ext cx="1487685" cy="89261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a:effectLst/>
      </dsp:spPr>
      <dsp:style>
        <a:lnRef idx="0">
          <a:scrgbClr r="0" g="0" b="0"/>
        </a:lnRef>
        <a:fillRef idx="0">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4. Performance may be affected by environmental factors such as lighting conditions, obstacles, or layout complexity.</a:t>
          </a:r>
        </a:p>
      </dsp:txBody>
      <dsp:txXfrm>
        <a:off x="4911238" y="1888333"/>
        <a:ext cx="1487685" cy="8926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95DD1-8135-4FBE-8F67-76C823A02EEC}">
      <dsp:nvSpPr>
        <dsp:cNvPr id="0" name=""/>
        <dsp:cNvSpPr/>
      </dsp:nvSpPr>
      <dsp:spPr>
        <a:xfrm>
          <a:off x="1040" y="356392"/>
          <a:ext cx="3650794" cy="23182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59C914-E097-4136-BF7D-9DF53C6F06F6}">
      <dsp:nvSpPr>
        <dsp:cNvPr id="0" name=""/>
        <dsp:cNvSpPr/>
      </dsp:nvSpPr>
      <dsp:spPr>
        <a:xfrm>
          <a:off x="406683" y="741753"/>
          <a:ext cx="3650794" cy="23182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 Elderly people (65+). </a:t>
          </a:r>
        </a:p>
        <a:p>
          <a:pPr marL="0" lvl="0" indent="0" algn="ctr" defTabSz="800100">
            <a:lnSpc>
              <a:spcPct val="90000"/>
            </a:lnSpc>
            <a:spcBef>
              <a:spcPct val="0"/>
            </a:spcBef>
            <a:spcAft>
              <a:spcPct val="35000"/>
            </a:spcAft>
            <a:buNone/>
          </a:pPr>
          <a:r>
            <a:rPr lang="en-US" sz="1800" kern="1200" dirty="0"/>
            <a:t>- Adults with physical limitations. </a:t>
          </a:r>
        </a:p>
        <a:p>
          <a:pPr marL="0" lvl="0" indent="0" algn="ctr" defTabSz="800100">
            <a:lnSpc>
              <a:spcPct val="90000"/>
            </a:lnSpc>
            <a:spcBef>
              <a:spcPct val="0"/>
            </a:spcBef>
            <a:spcAft>
              <a:spcPct val="35000"/>
            </a:spcAft>
            <a:buNone/>
          </a:pPr>
          <a:r>
            <a:rPr lang="en-US" sz="1800" kern="1200" dirty="0"/>
            <a:t>- Secondary users such as caregivers and faculty staff.</a:t>
          </a:r>
        </a:p>
      </dsp:txBody>
      <dsp:txXfrm>
        <a:off x="474582" y="809652"/>
        <a:ext cx="3514996" cy="2182456"/>
      </dsp:txXfrm>
    </dsp:sp>
    <dsp:sp modelId="{6058B48B-B86B-44D4-90AC-2520FCEF249D}">
      <dsp:nvSpPr>
        <dsp:cNvPr id="0" name=""/>
        <dsp:cNvSpPr/>
      </dsp:nvSpPr>
      <dsp:spPr>
        <a:xfrm>
          <a:off x="4463121" y="356392"/>
          <a:ext cx="3650794" cy="23182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A38B95-92C3-4871-B8FF-B7F36636F4C0}">
      <dsp:nvSpPr>
        <dsp:cNvPr id="0" name=""/>
        <dsp:cNvSpPr/>
      </dsp:nvSpPr>
      <dsp:spPr>
        <a:xfrm>
          <a:off x="4868765" y="741753"/>
          <a:ext cx="3650794" cy="23182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Operates in indoor warehouses or concrete floors. </a:t>
          </a:r>
        </a:p>
        <a:p>
          <a:pPr marL="0" lvl="0" indent="0" algn="ctr" defTabSz="800100">
            <a:lnSpc>
              <a:spcPct val="90000"/>
            </a:lnSpc>
            <a:spcBef>
              <a:spcPct val="0"/>
            </a:spcBef>
            <a:spcAft>
              <a:spcPct val="35000"/>
            </a:spcAft>
            <a:buNone/>
          </a:pPr>
          <a:r>
            <a:rPr lang="en-US" sz="1800" kern="1200" dirty="0"/>
            <a:t>- To collect trash and transport it to a drop off location. </a:t>
          </a:r>
        </a:p>
        <a:p>
          <a:pPr marL="0" lvl="0" indent="0" algn="ctr" defTabSz="800100">
            <a:lnSpc>
              <a:spcPct val="90000"/>
            </a:lnSpc>
            <a:spcBef>
              <a:spcPct val="0"/>
            </a:spcBef>
            <a:spcAft>
              <a:spcPct val="35000"/>
            </a:spcAft>
            <a:buNone/>
          </a:pPr>
          <a:r>
            <a:rPr lang="en-US" sz="1800" kern="1200" dirty="0"/>
            <a:t>- Reduce labor associated with waste disposal.</a:t>
          </a:r>
        </a:p>
      </dsp:txBody>
      <dsp:txXfrm>
        <a:off x="4936664" y="809652"/>
        <a:ext cx="3514996" cy="21824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F3F7CE-C18D-442A-B0C2-457F588CF146}">
      <dsp:nvSpPr>
        <dsp:cNvPr id="0" name=""/>
        <dsp:cNvSpPr/>
      </dsp:nvSpPr>
      <dsp:spPr>
        <a:xfrm>
          <a:off x="0" y="295873"/>
          <a:ext cx="4611688" cy="1256850"/>
        </a:xfrm>
        <a:prstGeom prst="rect">
          <a:avLst/>
        </a:prstGeom>
        <a:solidFill>
          <a:schemeClr val="lt1">
            <a:alpha val="90000"/>
            <a:hueOff val="0"/>
            <a:satOff val="0"/>
            <a:lumOff val="0"/>
            <a:alphaOff val="0"/>
          </a:schemeClr>
        </a:solidFill>
        <a:ln w="9525" cap="rnd" cmpd="sng" algn="ctr">
          <a:solidFill>
            <a:schemeClr val="accent1"/>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357918" tIns="145796" rIns="357918" bIns="49784" numCol="1" spcCol="1270" anchor="t" anchorCtr="0">
          <a:noAutofit/>
        </a:bodyPr>
        <a:lstStyle/>
        <a:p>
          <a:pPr marL="57150" lvl="1" indent="-57150" algn="l" defTabSz="311150">
            <a:lnSpc>
              <a:spcPct val="90000"/>
            </a:lnSpc>
            <a:spcBef>
              <a:spcPct val="0"/>
            </a:spcBef>
            <a:spcAft>
              <a:spcPct val="15000"/>
            </a:spcAft>
            <a:buChar char="•"/>
          </a:pPr>
          <a:r>
            <a:rPr lang="en-US" sz="700" kern="1200" dirty="0"/>
            <a:t>Stay within the project budget.</a:t>
          </a:r>
          <a:br>
            <a:rPr lang="en-US" sz="700" kern="1200" dirty="0"/>
          </a:br>
          <a:endParaRPr lang="en-US" sz="700" kern="1200" dirty="0"/>
        </a:p>
        <a:p>
          <a:pPr marL="57150" lvl="1" indent="-57150" algn="l" defTabSz="311150">
            <a:lnSpc>
              <a:spcPct val="90000"/>
            </a:lnSpc>
            <a:spcBef>
              <a:spcPct val="0"/>
            </a:spcBef>
            <a:spcAft>
              <a:spcPct val="15000"/>
            </a:spcAft>
            <a:buChar char="•"/>
          </a:pPr>
          <a:r>
            <a:rPr lang="en-US" sz="700" kern="1200" dirty="0"/>
            <a:t>Demonstrate relocation system using simulation and/or a small-scale physical prototype.</a:t>
          </a:r>
          <a:br>
            <a:rPr lang="en-US" sz="700" kern="1200" dirty="0"/>
          </a:br>
          <a:endParaRPr lang="en-US" sz="700" kern="1200" dirty="0"/>
        </a:p>
        <a:p>
          <a:pPr marL="57150" lvl="1" indent="-57150" algn="l" defTabSz="311150">
            <a:lnSpc>
              <a:spcPct val="90000"/>
            </a:lnSpc>
            <a:spcBef>
              <a:spcPct val="0"/>
            </a:spcBef>
            <a:spcAft>
              <a:spcPct val="15000"/>
            </a:spcAft>
            <a:buChar char="•"/>
          </a:pPr>
          <a:r>
            <a:rPr lang="en-US" sz="700" kern="1200"/>
            <a:t>Implement accurate waste capacity sensing to measure bin fill levels.</a:t>
          </a:r>
          <a:br>
            <a:rPr lang="en-US" sz="700" kern="1200"/>
          </a:br>
          <a:endParaRPr lang="en-US" sz="700" kern="1200"/>
        </a:p>
        <a:p>
          <a:pPr marL="57150" lvl="1" indent="-57150" algn="l" defTabSz="311150">
            <a:lnSpc>
              <a:spcPct val="90000"/>
            </a:lnSpc>
            <a:spcBef>
              <a:spcPct val="0"/>
            </a:spcBef>
            <a:spcAft>
              <a:spcPct val="15000"/>
            </a:spcAft>
            <a:buChar char="•"/>
          </a:pPr>
          <a:r>
            <a:rPr lang="en-US" sz="700" kern="1200"/>
            <a:t>Create a simulated environment to demonstrate autonomous robot behavior, system logic, and data flow.</a:t>
          </a:r>
          <a:br>
            <a:rPr lang="en-US" sz="700" kern="1200"/>
          </a:br>
          <a:endParaRPr lang="en-US" sz="700" kern="1200"/>
        </a:p>
        <a:p>
          <a:pPr marL="57150" lvl="1" indent="-57150" algn="l" defTabSz="311150">
            <a:lnSpc>
              <a:spcPct val="90000"/>
            </a:lnSpc>
            <a:spcBef>
              <a:spcPct val="0"/>
            </a:spcBef>
            <a:spcAft>
              <a:spcPct val="15000"/>
            </a:spcAft>
            <a:buChar char="•"/>
          </a:pPr>
          <a:r>
            <a:rPr lang="en-US" sz="700" kern="1200"/>
            <a:t>Collect data to understand the waste usage patterns.</a:t>
          </a:r>
        </a:p>
      </dsp:txBody>
      <dsp:txXfrm>
        <a:off x="0" y="295873"/>
        <a:ext cx="4611688" cy="1256850"/>
      </dsp:txXfrm>
    </dsp:sp>
    <dsp:sp modelId="{2214E566-0D16-4A8E-8E89-B69E28E422BD}">
      <dsp:nvSpPr>
        <dsp:cNvPr id="0" name=""/>
        <dsp:cNvSpPr/>
      </dsp:nvSpPr>
      <dsp:spPr>
        <a:xfrm>
          <a:off x="230584" y="192553"/>
          <a:ext cx="3228181" cy="206640"/>
        </a:xfrm>
        <a:prstGeom prst="roundRect">
          <a:avLst/>
        </a:prstGeom>
        <a:solidFill>
          <a:schemeClr val="tx2"/>
        </a:soli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22018" tIns="0" rIns="122018" bIns="0" numCol="1" spcCol="1270" anchor="ctr" anchorCtr="0">
          <a:noAutofit/>
        </a:bodyPr>
        <a:lstStyle/>
        <a:p>
          <a:pPr marL="0" lvl="0" indent="0" algn="l" defTabSz="311150">
            <a:lnSpc>
              <a:spcPct val="90000"/>
            </a:lnSpc>
            <a:spcBef>
              <a:spcPct val="0"/>
            </a:spcBef>
            <a:spcAft>
              <a:spcPct val="35000"/>
            </a:spcAft>
            <a:buNone/>
          </a:pPr>
          <a:r>
            <a:rPr lang="en-US" sz="700" b="1" kern="1200" dirty="0"/>
            <a:t>Main Objective: </a:t>
          </a:r>
          <a:endParaRPr lang="en-US" sz="700" kern="1200" dirty="0"/>
        </a:p>
      </dsp:txBody>
      <dsp:txXfrm>
        <a:off x="240671" y="202640"/>
        <a:ext cx="3208007" cy="186466"/>
      </dsp:txXfrm>
    </dsp:sp>
    <dsp:sp modelId="{AFDD3B66-F735-41D5-AFA8-FE32E24DE9B5}">
      <dsp:nvSpPr>
        <dsp:cNvPr id="0" name=""/>
        <dsp:cNvSpPr/>
      </dsp:nvSpPr>
      <dsp:spPr>
        <a:xfrm>
          <a:off x="0" y="1693844"/>
          <a:ext cx="4611688" cy="1256850"/>
        </a:xfrm>
        <a:prstGeom prst="rect">
          <a:avLst/>
        </a:prstGeom>
        <a:solidFill>
          <a:schemeClr val="lt1">
            <a:alpha val="90000"/>
            <a:hueOff val="0"/>
            <a:satOff val="0"/>
            <a:lumOff val="0"/>
            <a:alphaOff val="0"/>
          </a:schemeClr>
        </a:solidFill>
        <a:ln w="9525" cap="rnd" cmpd="sng" algn="ctr">
          <a:solidFill>
            <a:schemeClr val="accent1"/>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357918" tIns="145796" rIns="357918" bIns="49784" numCol="1" spcCol="1270" anchor="t" anchorCtr="0">
          <a:noAutofit/>
        </a:bodyPr>
        <a:lstStyle/>
        <a:p>
          <a:pPr marL="57150" lvl="1" indent="-57150" algn="l" defTabSz="311150">
            <a:lnSpc>
              <a:spcPct val="90000"/>
            </a:lnSpc>
            <a:spcBef>
              <a:spcPct val="0"/>
            </a:spcBef>
            <a:spcAft>
              <a:spcPct val="15000"/>
            </a:spcAft>
            <a:buChar char="•"/>
          </a:pPr>
          <a:r>
            <a:rPr lang="en-US" sz="700" kern="1200"/>
            <a:t>Define and document a scalable system architecture suitable for expansion to larger environments.</a:t>
          </a:r>
          <a:br>
            <a:rPr lang="en-US" sz="700" kern="1200"/>
          </a:br>
          <a:endParaRPr lang="en-US" sz="700" kern="1200"/>
        </a:p>
        <a:p>
          <a:pPr marL="57150" lvl="1" indent="-57150" algn="l" defTabSz="311150">
            <a:lnSpc>
              <a:spcPct val="90000"/>
            </a:lnSpc>
            <a:spcBef>
              <a:spcPct val="0"/>
            </a:spcBef>
            <a:spcAft>
              <a:spcPct val="15000"/>
            </a:spcAft>
            <a:buChar char="•"/>
          </a:pPr>
          <a:r>
            <a:rPr lang="en-US" sz="700" kern="1200"/>
            <a:t>Design and implement a small-scale physical prototype to validate real-world feasibility.</a:t>
          </a:r>
          <a:br>
            <a:rPr lang="en-US" sz="700" kern="1200"/>
          </a:br>
          <a:endParaRPr lang="en-US" sz="700" kern="1200"/>
        </a:p>
        <a:p>
          <a:pPr marL="57150" lvl="1" indent="-57150" algn="l" defTabSz="311150">
            <a:lnSpc>
              <a:spcPct val="90000"/>
            </a:lnSpc>
            <a:spcBef>
              <a:spcPct val="0"/>
            </a:spcBef>
            <a:spcAft>
              <a:spcPct val="15000"/>
            </a:spcAft>
            <a:buChar char="•"/>
          </a:pPr>
          <a:r>
            <a:rPr lang="en-US" sz="700" kern="1200"/>
            <a:t>Trigger collection and relocation behavior based on predefined waste thresholds.</a:t>
          </a:r>
          <a:br>
            <a:rPr lang="en-US" sz="700" kern="1200"/>
          </a:br>
          <a:endParaRPr lang="en-US" sz="700" kern="1200"/>
        </a:p>
        <a:p>
          <a:pPr marL="57150" lvl="1" indent="-57150" algn="l" defTabSz="311150">
            <a:lnSpc>
              <a:spcPct val="90000"/>
            </a:lnSpc>
            <a:spcBef>
              <a:spcPct val="0"/>
            </a:spcBef>
            <a:spcAft>
              <a:spcPct val="15000"/>
            </a:spcAft>
            <a:buChar char="•"/>
          </a:pPr>
          <a:r>
            <a:rPr lang="en-US" sz="700" kern="1200"/>
            <a:t>Checking the bin weight to prevent overloading the robot with waste.</a:t>
          </a:r>
          <a:br>
            <a:rPr lang="en-US" sz="700" kern="1200"/>
          </a:br>
          <a:r>
            <a:rPr lang="en-US" sz="700" kern="1200"/>
            <a:t> </a:t>
          </a:r>
        </a:p>
        <a:p>
          <a:pPr marL="57150" lvl="1" indent="-57150" algn="l" defTabSz="311150">
            <a:lnSpc>
              <a:spcPct val="90000"/>
            </a:lnSpc>
            <a:spcBef>
              <a:spcPct val="0"/>
            </a:spcBef>
            <a:spcAft>
              <a:spcPct val="15000"/>
            </a:spcAft>
            <a:buChar char="•"/>
          </a:pPr>
          <a:r>
            <a:rPr lang="en-US" sz="700" kern="1200"/>
            <a:t>Limit the movement of the robot if the load is too heavy.</a:t>
          </a:r>
        </a:p>
      </dsp:txBody>
      <dsp:txXfrm>
        <a:off x="0" y="1693844"/>
        <a:ext cx="4611688" cy="1256850"/>
      </dsp:txXfrm>
    </dsp:sp>
    <dsp:sp modelId="{9DA16E86-E2F4-44B3-A669-D1A569C7E120}">
      <dsp:nvSpPr>
        <dsp:cNvPr id="0" name=""/>
        <dsp:cNvSpPr/>
      </dsp:nvSpPr>
      <dsp:spPr>
        <a:xfrm>
          <a:off x="230584" y="1590523"/>
          <a:ext cx="3228181" cy="206640"/>
        </a:xfrm>
        <a:prstGeom prst="roundRect">
          <a:avLst/>
        </a:prstGeom>
        <a:solidFill>
          <a:schemeClr val="tx2"/>
        </a:soli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22018" tIns="0" rIns="122018" bIns="0" numCol="1" spcCol="1270" anchor="ctr" anchorCtr="0">
          <a:noAutofit/>
        </a:bodyPr>
        <a:lstStyle/>
        <a:p>
          <a:pPr marL="0" lvl="0" indent="0" algn="l" defTabSz="311150">
            <a:lnSpc>
              <a:spcPct val="90000"/>
            </a:lnSpc>
            <a:spcBef>
              <a:spcPct val="0"/>
            </a:spcBef>
            <a:spcAft>
              <a:spcPct val="35000"/>
            </a:spcAft>
            <a:buNone/>
          </a:pPr>
          <a:r>
            <a:rPr lang="en-US" sz="700" b="1" kern="1200"/>
            <a:t>Secondary Objectives: </a:t>
          </a:r>
          <a:endParaRPr lang="en-US" sz="700" kern="1200"/>
        </a:p>
      </dsp:txBody>
      <dsp:txXfrm>
        <a:off x="240671" y="1600610"/>
        <a:ext cx="3208007" cy="1864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27570-7164-4350-BF3B-37E94DDB63F8}">
      <dsp:nvSpPr>
        <dsp:cNvPr id="0" name=""/>
        <dsp:cNvSpPr/>
      </dsp:nvSpPr>
      <dsp:spPr>
        <a:xfrm>
          <a:off x="412887" y="884219"/>
          <a:ext cx="672363" cy="6723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7D137D88-1609-440A-B0B4-6E3A6ADDB3D5}">
      <dsp:nvSpPr>
        <dsp:cNvPr id="0" name=""/>
        <dsp:cNvSpPr/>
      </dsp:nvSpPr>
      <dsp:spPr>
        <a:xfrm>
          <a:off x="1999" y="1803786"/>
          <a:ext cx="1494140" cy="728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Total prototype system cost shall not exceed $800.</a:t>
          </a:r>
        </a:p>
      </dsp:txBody>
      <dsp:txXfrm>
        <a:off x="1999" y="1803786"/>
        <a:ext cx="1494140" cy="728393"/>
      </dsp:txXfrm>
    </dsp:sp>
    <dsp:sp modelId="{155718BA-6B5B-4A54-9E77-B05790B71BC6}">
      <dsp:nvSpPr>
        <dsp:cNvPr id="0" name=""/>
        <dsp:cNvSpPr/>
      </dsp:nvSpPr>
      <dsp:spPr>
        <a:xfrm>
          <a:off x="2168503" y="884219"/>
          <a:ext cx="672363" cy="6723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DB14B5A1-9897-48DB-A6BC-4CA5C6FA47C1}">
      <dsp:nvSpPr>
        <dsp:cNvPr id="0" name=""/>
        <dsp:cNvSpPr/>
      </dsp:nvSpPr>
      <dsp:spPr>
        <a:xfrm>
          <a:off x="1757614" y="1803786"/>
          <a:ext cx="1494140" cy="728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Robot shall safely carry a minimum payload of 5 pounds.</a:t>
          </a:r>
        </a:p>
      </dsp:txBody>
      <dsp:txXfrm>
        <a:off x="1757614" y="1803786"/>
        <a:ext cx="1494140" cy="728393"/>
      </dsp:txXfrm>
    </dsp:sp>
    <dsp:sp modelId="{8035BEB9-D260-4E4A-B81A-E61E96AC27BA}">
      <dsp:nvSpPr>
        <dsp:cNvPr id="0" name=""/>
        <dsp:cNvSpPr/>
      </dsp:nvSpPr>
      <dsp:spPr>
        <a:xfrm>
          <a:off x="3924118" y="884219"/>
          <a:ext cx="672363" cy="6723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12A7BCE1-0773-4D5B-9D3E-3ADD77F69644}">
      <dsp:nvSpPr>
        <dsp:cNvPr id="0" name=""/>
        <dsp:cNvSpPr/>
      </dsp:nvSpPr>
      <dsp:spPr>
        <a:xfrm>
          <a:off x="3513229" y="1803786"/>
          <a:ext cx="1494140" cy="728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Robot shall autonomously navigate to a designated location 15 feet away with a positional accuracy of ±1 foot.</a:t>
          </a:r>
        </a:p>
      </dsp:txBody>
      <dsp:txXfrm>
        <a:off x="3513229" y="1803786"/>
        <a:ext cx="1494140" cy="728393"/>
      </dsp:txXfrm>
    </dsp:sp>
    <dsp:sp modelId="{BB1E01BE-7E23-4B97-91B4-F2799291720E}">
      <dsp:nvSpPr>
        <dsp:cNvPr id="0" name=""/>
        <dsp:cNvSpPr/>
      </dsp:nvSpPr>
      <dsp:spPr>
        <a:xfrm>
          <a:off x="5679733" y="884219"/>
          <a:ext cx="672363" cy="6723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58E11219-B9B9-493E-B78A-D352A825ECCD}">
      <dsp:nvSpPr>
        <dsp:cNvPr id="0" name=""/>
        <dsp:cNvSpPr/>
      </dsp:nvSpPr>
      <dsp:spPr>
        <a:xfrm>
          <a:off x="5268844" y="1803786"/>
          <a:ext cx="1494140" cy="728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System shall operate reliably on cement flooring and be able to have obstacle detection.</a:t>
          </a:r>
        </a:p>
      </dsp:txBody>
      <dsp:txXfrm>
        <a:off x="5268844" y="1803786"/>
        <a:ext cx="1494140" cy="728393"/>
      </dsp:txXfrm>
    </dsp:sp>
    <dsp:sp modelId="{85DF6C11-5049-44C3-B620-0DC40B1BB555}">
      <dsp:nvSpPr>
        <dsp:cNvPr id="0" name=""/>
        <dsp:cNvSpPr/>
      </dsp:nvSpPr>
      <dsp:spPr>
        <a:xfrm>
          <a:off x="7435348" y="884219"/>
          <a:ext cx="672363" cy="67236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790D2936-A73A-4A72-A9CA-54A4CBD32D4E}">
      <dsp:nvSpPr>
        <dsp:cNvPr id="0" name=""/>
        <dsp:cNvSpPr/>
      </dsp:nvSpPr>
      <dsp:spPr>
        <a:xfrm>
          <a:off x="7024460" y="1803786"/>
          <a:ext cx="1494140" cy="728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Power system shall support at least one complete autonomous relocation cycle per charge.</a:t>
          </a:r>
        </a:p>
      </dsp:txBody>
      <dsp:txXfrm>
        <a:off x="7024460" y="1803786"/>
        <a:ext cx="1494140" cy="7283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c6fdf47eb2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c6fdf47eb2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c6fdf47eb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c6fdf47eb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6fdf47eb2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c6fdf47eb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c6fdf47eb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c6fdf47eb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c6fdf47eb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c6fdf47eb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c6fdf47eb2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c6fdf47eb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c6fdf47eb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c6fdf47eb2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c6fdf47eb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c6fdf47eb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c6fdf47eb2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c6fdf47eb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c6fdf47eb2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c6fdf47eb2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c6fdf47eb2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c6fdf47eb2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c6fdf47eb2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c6fdf47eb2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c6fdf47eb2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c6fdf47eb2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72957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582571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en-US"/>
              <a:t>Click to edit Master title style</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7812235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234834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0869741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1224674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92663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892891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6447372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555838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314864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331572943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5882886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40007678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9098397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6090656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9136965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581079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50"/>
        <p:cNvGrpSpPr/>
        <p:nvPr/>
      </p:nvGrpSpPr>
      <p:grpSpPr>
        <a:xfrm>
          <a:off x="0" y="0"/>
          <a:ext cx="0" cy="0"/>
          <a:chOff x="0" y="0"/>
          <a:chExt cx="0" cy="0"/>
        </a:xfrm>
      </p:grpSpPr>
      <p:sp>
        <p:nvSpPr>
          <p:cNvPr id="54" name="Google Shape;54;p1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5" name="Google Shape;55;p13"/>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6" name="Google Shape;56;p13"/>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7" name="Google Shape;57;p1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69870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B61BEF0D-F0BB-DE4B-95CE-6DB70DBA9567}" type="datetimeFigureOut">
              <a:rPr lang="en-US" dirty="0"/>
              <a:pPr/>
              <a:t>2/10/26</a:t>
            </a:fld>
            <a:endParaRPr lang="en-US" dirty="0"/>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60308790"/>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22.png"/><Relationship Id="rId7" Type="http://schemas.openxmlformats.org/officeDocument/2006/relationships/diagramQuickStyle" Target="../diagrams/quickStyle6.xm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23.svg"/><Relationship Id="rId9" Type="http://schemas.microsoft.com/office/2007/relationships/diagramDrawing" Target="../diagrams/drawing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5" name="Picture 4">
            <a:extLst>
              <a:ext uri="{FF2B5EF4-FFF2-40B4-BE49-F238E27FC236}">
                <a16:creationId xmlns:a16="http://schemas.microsoft.com/office/drawing/2014/main" id="{3F20C3C1-D164-46B2-13D0-D405ABE3187D}"/>
              </a:ext>
            </a:extLst>
          </p:cNvPr>
          <p:cNvPicPr>
            <a:picLocks noChangeAspect="1"/>
          </p:cNvPicPr>
          <p:nvPr/>
        </p:nvPicPr>
        <p:blipFill>
          <a:blip r:embed="rId3"/>
          <a:stretch>
            <a:fillRect/>
          </a:stretch>
        </p:blipFill>
        <p:spPr>
          <a:xfrm>
            <a:off x="2307897" y="307647"/>
            <a:ext cx="4528205" cy="4528205"/>
          </a:xfrm>
          <a:prstGeom prst="rect">
            <a:avLst/>
          </a:prstGeom>
        </p:spPr>
      </p:pic>
      <p:sp>
        <p:nvSpPr>
          <p:cNvPr id="7" name="Rectangle: Rounded Corners 6">
            <a:extLst>
              <a:ext uri="{FF2B5EF4-FFF2-40B4-BE49-F238E27FC236}">
                <a16:creationId xmlns:a16="http://schemas.microsoft.com/office/drawing/2014/main" id="{9AD5C9A5-E4FA-BAFE-3706-C2357D7F8B41}"/>
              </a:ext>
            </a:extLst>
          </p:cNvPr>
          <p:cNvSpPr/>
          <p:nvPr/>
        </p:nvSpPr>
        <p:spPr>
          <a:xfrm>
            <a:off x="146049" y="88899"/>
            <a:ext cx="2911606" cy="2296213"/>
          </a:xfrm>
          <a:prstGeom prst="roundRect">
            <a:avLst>
              <a:gd name="adj" fmla="val 10000"/>
            </a:avLst>
          </a:prstGeom>
          <a:ln>
            <a:solidFill>
              <a:schemeClr val="tx1"/>
            </a:solidFill>
          </a:ln>
        </p:spPr>
        <p:style>
          <a:lnRef idx="0">
            <a:schemeClr val="dk1"/>
          </a:lnRef>
          <a:fillRef idx="3">
            <a:schemeClr val="dk1"/>
          </a:fillRef>
          <a:effectRef idx="3">
            <a:schemeClr val="dk1"/>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B21D327D-AAEB-D8D9-53C1-E7D712D50AE3}"/>
              </a:ext>
            </a:extLst>
          </p:cNvPr>
          <p:cNvSpPr txBox="1"/>
          <p:nvPr/>
        </p:nvSpPr>
        <p:spPr>
          <a:xfrm>
            <a:off x="280331" y="192431"/>
            <a:ext cx="2911606" cy="2411429"/>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100000"/>
              <a:buFont typeface="Arial"/>
              <a:buNone/>
            </a:pPr>
            <a:r>
              <a:rPr lang="en-US" sz="1400" b="1" dirty="0"/>
              <a:t>The Waste Handlers</a:t>
            </a:r>
          </a:p>
          <a:p>
            <a:pPr marL="0" lvl="0" indent="0" algn="l" rtl="0">
              <a:lnSpc>
                <a:spcPct val="115000"/>
              </a:lnSpc>
              <a:spcBef>
                <a:spcPts val="1200"/>
              </a:spcBef>
              <a:spcAft>
                <a:spcPts val="0"/>
              </a:spcAft>
              <a:buClr>
                <a:schemeClr val="dk1"/>
              </a:buClr>
              <a:buSzPct val="100000"/>
              <a:buFont typeface="Arial"/>
              <a:buNone/>
            </a:pPr>
            <a:r>
              <a:rPr lang="en-US" sz="1400" b="1" dirty="0">
                <a:solidFill>
                  <a:schemeClr val="accent1">
                    <a:lumMod val="40000"/>
                    <a:lumOff val="60000"/>
                  </a:schemeClr>
                </a:solidFill>
              </a:rPr>
              <a:t>Brandan Gerbers </a:t>
            </a:r>
            <a:r>
              <a:rPr lang="en-US" sz="1400" dirty="0">
                <a:solidFill>
                  <a:schemeClr val="accent1">
                    <a:lumMod val="40000"/>
                    <a:lumOff val="60000"/>
                  </a:schemeClr>
                </a:solidFill>
              </a:rPr>
              <a:t>(6448449)</a:t>
            </a:r>
            <a:br>
              <a:rPr lang="en-US" sz="1400" dirty="0">
                <a:solidFill>
                  <a:schemeClr val="accent1">
                    <a:lumMod val="40000"/>
                    <a:lumOff val="60000"/>
                  </a:schemeClr>
                </a:solidFill>
              </a:rPr>
            </a:br>
            <a:r>
              <a:rPr lang="en-US" sz="1400" b="1" dirty="0"/>
              <a:t>Sabrina Ruiz </a:t>
            </a:r>
            <a:r>
              <a:rPr lang="en-US" sz="1400" dirty="0"/>
              <a:t>(6338671)</a:t>
            </a:r>
            <a:br>
              <a:rPr lang="en-US" sz="1400" dirty="0"/>
            </a:br>
            <a:r>
              <a:rPr lang="en-US" sz="1400" b="1" dirty="0"/>
              <a:t>Ellowyn Taylor </a:t>
            </a:r>
            <a:r>
              <a:rPr lang="en-US" sz="1400" dirty="0"/>
              <a:t>(6352591)</a:t>
            </a:r>
            <a:br>
              <a:rPr lang="en-US" sz="1400" dirty="0"/>
            </a:br>
            <a:r>
              <a:rPr lang="en-US" sz="1400" b="1" dirty="0"/>
              <a:t>Samir Zelaya </a:t>
            </a:r>
            <a:r>
              <a:rPr lang="en-US" sz="1400" dirty="0"/>
              <a:t>(6474641)</a:t>
            </a:r>
            <a:br>
              <a:rPr lang="en-US" sz="1400" dirty="0"/>
            </a:br>
            <a:r>
              <a:rPr lang="en-US" sz="1400" b="1" dirty="0"/>
              <a:t>Giovanni Nieves </a:t>
            </a:r>
            <a:r>
              <a:rPr lang="en-US" sz="1400" dirty="0"/>
              <a:t>(6198045)</a:t>
            </a:r>
            <a:br>
              <a:rPr lang="en-US" sz="1400" dirty="0"/>
            </a:br>
            <a:r>
              <a:rPr lang="en-US" sz="1400" b="1" dirty="0"/>
              <a:t>Sebastian Klee </a:t>
            </a:r>
            <a:r>
              <a:rPr lang="en-US" sz="1400" dirty="0"/>
              <a:t>(6307554)</a:t>
            </a:r>
          </a:p>
          <a:p>
            <a:pPr marL="0" lvl="0" indent="0" algn="l" rtl="0">
              <a:spcBef>
                <a:spcPts val="1200"/>
              </a:spcBef>
              <a:spcAft>
                <a:spcPts val="0"/>
              </a:spcAft>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Shape 67"/>
        <p:cNvGrpSpPr/>
        <p:nvPr/>
      </p:nvGrpSpPr>
      <p:grpSpPr>
        <a:xfrm>
          <a:off x="0" y="0"/>
          <a:ext cx="0" cy="0"/>
          <a:chOff x="0" y="0"/>
          <a:chExt cx="0" cy="0"/>
        </a:xfrm>
      </p:grpSpPr>
      <p:grpSp>
        <p:nvGrpSpPr>
          <p:cNvPr id="94" name="Group 93">
            <a:extLst>
              <a:ext uri="{FF2B5EF4-FFF2-40B4-BE49-F238E27FC236}">
                <a16:creationId xmlns:a16="http://schemas.microsoft.com/office/drawing/2014/main" id="{B455B88A-C127-47B3-B317-724BD4EAAD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98" name="Straight Connector 97">
              <a:extLst>
                <a:ext uri="{FF2B5EF4-FFF2-40B4-BE49-F238E27FC236}">
                  <a16:creationId xmlns:a16="http://schemas.microsoft.com/office/drawing/2014/main" id="{3F07A923-368D-45E6-AACC-9ECE4057AAC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3FE16B44-FE3C-4330-AF20-E869FC7B78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81CB6733-6A12-4A1C-87C3-B676FB381DB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A754CCFD-DC5E-453F-B95A-F045ED9B29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AE826A39-89EA-44EA-ABC5-F4469349217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8" name="Google Shape;68;p15"/>
          <p:cNvSpPr txBox="1">
            <a:spLocks noGrp="1"/>
          </p:cNvSpPr>
          <p:nvPr>
            <p:ph type="title"/>
          </p:nvPr>
        </p:nvSpPr>
        <p:spPr>
          <a:xfrm>
            <a:off x="513159" y="3365499"/>
            <a:ext cx="6400800" cy="113030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kern="1200" cap="all" dirty="0">
                <a:ln w="3175" cmpd="sng">
                  <a:noFill/>
                </a:ln>
                <a:solidFill>
                  <a:schemeClr val="tx1"/>
                </a:solidFill>
                <a:effectLst/>
                <a:latin typeface="+mj-lt"/>
                <a:ea typeface="+mj-ea"/>
                <a:cs typeface="+mj-cs"/>
              </a:rPr>
              <a:t>Project Abstract</a:t>
            </a:r>
          </a:p>
        </p:txBody>
      </p:sp>
      <p:graphicFrame>
        <p:nvGraphicFramePr>
          <p:cNvPr id="96" name="Google Shape;69;p15">
            <a:extLst>
              <a:ext uri="{FF2B5EF4-FFF2-40B4-BE49-F238E27FC236}">
                <a16:creationId xmlns:a16="http://schemas.microsoft.com/office/drawing/2014/main" id="{7141BF6B-E2D4-BD34-A235-B62C8D772F8B}"/>
              </a:ext>
            </a:extLst>
          </p:cNvPr>
          <p:cNvGraphicFramePr/>
          <p:nvPr>
            <p:extLst>
              <p:ext uri="{D42A27DB-BD31-4B8C-83A1-F6EECF244321}">
                <p14:modId xmlns:p14="http://schemas.microsoft.com/office/powerpoint/2010/main" val="3890904544"/>
              </p:ext>
            </p:extLst>
          </p:nvPr>
        </p:nvGraphicFramePr>
        <p:xfrm>
          <a:off x="207768" y="365321"/>
          <a:ext cx="8249243" cy="2828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Executive Summary</a:t>
            </a:r>
          </a:p>
        </p:txBody>
      </p:sp>
      <p:graphicFrame>
        <p:nvGraphicFramePr>
          <p:cNvPr id="99" name="Google Shape;75;p16">
            <a:extLst>
              <a:ext uri="{FF2B5EF4-FFF2-40B4-BE49-F238E27FC236}">
                <a16:creationId xmlns:a16="http://schemas.microsoft.com/office/drawing/2014/main" id="{095FD83F-CA3F-CAF1-26FA-23E7F15F5932}"/>
              </a:ext>
            </a:extLst>
          </p:cNvPr>
          <p:cNvGraphicFramePr/>
          <p:nvPr>
            <p:extLst>
              <p:ext uri="{D42A27DB-BD31-4B8C-83A1-F6EECF244321}">
                <p14:modId xmlns:p14="http://schemas.microsoft.com/office/powerpoint/2010/main" val="1361881207"/>
              </p:ext>
            </p:extLst>
          </p:nvPr>
        </p:nvGraphicFramePr>
        <p:xfrm>
          <a:off x="70400" y="863550"/>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Shape 79"/>
        <p:cNvGrpSpPr/>
        <p:nvPr/>
      </p:nvGrpSpPr>
      <p:grpSpPr>
        <a:xfrm>
          <a:off x="0" y="0"/>
          <a:ext cx="0" cy="0"/>
          <a:chOff x="0" y="0"/>
          <a:chExt cx="0" cy="0"/>
        </a:xfrm>
      </p:grpSpPr>
      <p:grpSp>
        <p:nvGrpSpPr>
          <p:cNvPr id="103" name="Group 102">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07" name="Straight Connector 106">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04" name="Rectangle 103">
            <a:extLst>
              <a:ext uri="{FF2B5EF4-FFF2-40B4-BE49-F238E27FC236}">
                <a16:creationId xmlns:a16="http://schemas.microsoft.com/office/drawing/2014/main" id="{BADDD09E-8094-4188-9090-C1C7840FE7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Google Shape;80;p17"/>
          <p:cNvSpPr txBox="1">
            <a:spLocks noGrp="1"/>
          </p:cNvSpPr>
          <p:nvPr>
            <p:ph type="title"/>
          </p:nvPr>
        </p:nvSpPr>
        <p:spPr>
          <a:xfrm>
            <a:off x="4563085" y="3365499"/>
            <a:ext cx="3153752" cy="113030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2400"/>
              <a:t>Original Problem Statement</a:t>
            </a:r>
          </a:p>
        </p:txBody>
      </p:sp>
      <p:sp>
        <p:nvSpPr>
          <p:cNvPr id="115" name="Snip Diagonal Corner Rectangle 24">
            <a:extLst>
              <a:ext uri="{FF2B5EF4-FFF2-40B4-BE49-F238E27FC236}">
                <a16:creationId xmlns:a16="http://schemas.microsoft.com/office/drawing/2014/main" id="{C58F6CE0-025D-40A5-AEF1-00954E3F9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500" y="465541"/>
            <a:ext cx="3852116" cy="3965129"/>
          </a:xfrm>
          <a:prstGeom prst="snip2DiagRect">
            <a:avLst>
              <a:gd name="adj1" fmla="val 9954"/>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Picture 82" descr="Throwing empty plastic bottle into the trash">
            <a:extLst>
              <a:ext uri="{FF2B5EF4-FFF2-40B4-BE49-F238E27FC236}">
                <a16:creationId xmlns:a16="http://schemas.microsoft.com/office/drawing/2014/main" id="{0C49A024-A9C2-E2CE-D8A2-627BFFF697AC}"/>
              </a:ext>
            </a:extLst>
          </p:cNvPr>
          <p:cNvPicPr>
            <a:picLocks noChangeAspect="1"/>
          </p:cNvPicPr>
          <p:nvPr/>
        </p:nvPicPr>
        <p:blipFill>
          <a:blip r:embed="rId3"/>
          <a:srcRect l="12706" r="22513" b="-3"/>
          <a:stretch>
            <a:fillRect/>
          </a:stretch>
        </p:blipFill>
        <p:spPr>
          <a:xfrm>
            <a:off x="597903" y="589587"/>
            <a:ext cx="3607308" cy="3717036"/>
          </a:xfrm>
          <a:custGeom>
            <a:avLst/>
            <a:gdLst/>
            <a:ahLst/>
            <a:cxnLst/>
            <a:rect l="l" t="t" r="r" b="b"/>
            <a:pathLst>
              <a:path w="4809744" h="4956048">
                <a:moveTo>
                  <a:pt x="478762" y="0"/>
                </a:moveTo>
                <a:lnTo>
                  <a:pt x="4809744" y="0"/>
                </a:lnTo>
                <a:lnTo>
                  <a:pt x="4809744" y="4477286"/>
                </a:lnTo>
                <a:lnTo>
                  <a:pt x="4330982" y="4956048"/>
                </a:lnTo>
                <a:lnTo>
                  <a:pt x="0" y="4956048"/>
                </a:lnTo>
                <a:lnTo>
                  <a:pt x="0" y="478762"/>
                </a:lnTo>
                <a:close/>
              </a:path>
            </a:pathLst>
          </a:custGeom>
        </p:spPr>
      </p:pic>
      <p:sp>
        <p:nvSpPr>
          <p:cNvPr id="81" name="Google Shape;81;p17"/>
          <p:cNvSpPr txBox="1">
            <a:spLocks noGrp="1"/>
          </p:cNvSpPr>
          <p:nvPr>
            <p:ph type="body" idx="1"/>
          </p:nvPr>
        </p:nvSpPr>
        <p:spPr>
          <a:xfrm>
            <a:off x="4571998" y="514350"/>
            <a:ext cx="3614740" cy="2711450"/>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20000"/>
              </a:spcBef>
              <a:spcAft>
                <a:spcPts val="600"/>
              </a:spcAft>
              <a:buSzPct val="80000"/>
              <a:buFont typeface="Wingdings 3" panose="05040102010807070707" pitchFamily="18" charset="2"/>
              <a:buChar char=""/>
            </a:pPr>
            <a:r>
              <a:rPr lang="en-US" sz="900" dirty="0">
                <a:solidFill>
                  <a:schemeClr val="tx1"/>
                </a:solidFill>
              </a:rPr>
              <a:t>Current waste collection systems rely on fixed schedules and manual observation rather than real-time data, resulting in inefficient labor usage, increased operational costs, and missed opportunities for optimization. Limited visibility into waste fill levels, weight, and usage patterns prevents waste and recycling services from making informed, data-driven decisions.</a:t>
            </a:r>
          </a:p>
          <a:p>
            <a:pPr marL="0" lvl="0" indent="0" defTabSz="457200">
              <a:lnSpc>
                <a:spcPct val="90000"/>
              </a:lnSpc>
              <a:spcBef>
                <a:spcPct val="20000"/>
              </a:spcBef>
              <a:spcAft>
                <a:spcPts val="600"/>
              </a:spcAft>
              <a:buSzPct val="80000"/>
              <a:buFont typeface="Wingdings 3" panose="05040102010807070707" pitchFamily="18" charset="2"/>
              <a:buChar char=""/>
            </a:pPr>
            <a:r>
              <a:rPr lang="en-US" sz="900" dirty="0">
                <a:solidFill>
                  <a:schemeClr val="tx1"/>
                </a:solidFill>
              </a:rPr>
              <a:t>Routine waste handling presents a physical challenge for individuals with limited mobility, including elderly and physically disabled populations. Tasks such as lifting and transporting waste bins require strength, balance, and repeated effort, which can pose safety risks and reduce independence. As the cost of living continues to rise, inefficiencies in time and labor associated with household waste disposal continues to be a consistent task. These combined challenges highlight the need for a solution that reduces physical effort, improves efficiency, and enables smarter waste management through improved visibility and automation.</a:t>
            </a:r>
          </a:p>
          <a:p>
            <a:pPr marL="0" lvl="0" indent="0" defTabSz="457200">
              <a:lnSpc>
                <a:spcPct val="90000"/>
              </a:lnSpc>
              <a:spcBef>
                <a:spcPct val="20000"/>
              </a:spcBef>
              <a:spcAft>
                <a:spcPts val="600"/>
              </a:spcAft>
              <a:buSzPct val="80000"/>
              <a:buFont typeface="Wingdings 3" panose="05040102010807070707" pitchFamily="18" charset="2"/>
              <a:buChar char=""/>
            </a:pPr>
            <a:endParaRPr lang="en-US" sz="900" dirty="0"/>
          </a:p>
        </p:txBody>
      </p:sp>
      <p:grpSp>
        <p:nvGrpSpPr>
          <p:cNvPr id="117" name="Group 116">
            <a:extLst>
              <a:ext uri="{FF2B5EF4-FFF2-40B4-BE49-F238E27FC236}">
                <a16:creationId xmlns:a16="http://schemas.microsoft.com/office/drawing/2014/main" id="{D8025A22-9C86-4108-A289-BD5650A8E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18" name="Straight Connector 117">
              <a:extLst>
                <a:ext uri="{FF2B5EF4-FFF2-40B4-BE49-F238E27FC236}">
                  <a16:creationId xmlns:a16="http://schemas.microsoft.com/office/drawing/2014/main" id="{59A3623F-EF59-4F0B-9030-79CB7F9950E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9EBD0F53-A43D-414A-8653-E9F1D36103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908661C0-6128-4F64-8EDF-2D73D5F476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C8AFEF08-AFBA-4125-B170-D3EB3E11DB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AA0E13BF-B4CA-4B20-A5DD-50ABBAEC7B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5"/>
        <p:cNvGrpSpPr/>
        <p:nvPr/>
      </p:nvGrpSpPr>
      <p:grpSpPr>
        <a:xfrm>
          <a:off x="0" y="0"/>
          <a:ext cx="0" cy="0"/>
          <a:chOff x="0" y="0"/>
          <a:chExt cx="0" cy="0"/>
        </a:xfrm>
      </p:grpSpPr>
      <p:grpSp>
        <p:nvGrpSpPr>
          <p:cNvPr id="117" name="Group 116">
            <a:extLst>
              <a:ext uri="{FF2B5EF4-FFF2-40B4-BE49-F238E27FC236}">
                <a16:creationId xmlns:a16="http://schemas.microsoft.com/office/drawing/2014/main" id="{62CE031E-EE35-4AA7-9784-805093327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18" name="Straight Connector 117">
              <a:extLst>
                <a:ext uri="{FF2B5EF4-FFF2-40B4-BE49-F238E27FC236}">
                  <a16:creationId xmlns:a16="http://schemas.microsoft.com/office/drawing/2014/main" id="{118D62D3-5800-4F4A-95BE-C1A2BB8B23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4C9E4F52-5D94-4242-AC69-EE6A23FAB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322CC7C0-D1D6-4FF0-A60C-1AEB9C8736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99B43E48-8275-4871-8745-F5CB75CFDB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E87ED701-F942-4771-8F92-6EFCC2E8E0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24" name="Rectangle 123">
            <a:extLst>
              <a:ext uri="{FF2B5EF4-FFF2-40B4-BE49-F238E27FC236}">
                <a16:creationId xmlns:a16="http://schemas.microsoft.com/office/drawing/2014/main" id="{124D9F5B-C72B-41EE-97C2-D3600B627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86" name="Google Shape;86;p18"/>
          <p:cNvSpPr txBox="1">
            <a:spLocks noGrp="1"/>
          </p:cNvSpPr>
          <p:nvPr>
            <p:ph type="title"/>
          </p:nvPr>
        </p:nvSpPr>
        <p:spPr>
          <a:xfrm>
            <a:off x="535778" y="656399"/>
            <a:ext cx="3153752" cy="113030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2400" dirty="0">
                <a:solidFill>
                  <a:srgbClr val="FFFFFF"/>
                </a:solidFill>
              </a:rPr>
              <a:t>Project Objectives</a:t>
            </a:r>
          </a:p>
        </p:txBody>
      </p:sp>
      <p:pic>
        <p:nvPicPr>
          <p:cNvPr id="91" name="Graphic 90" descr="Robot">
            <a:extLst>
              <a:ext uri="{FF2B5EF4-FFF2-40B4-BE49-F238E27FC236}">
                <a16:creationId xmlns:a16="http://schemas.microsoft.com/office/drawing/2014/main" id="{FB1DB449-ACF7-1D24-5691-98B3D08404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57419" y="389698"/>
            <a:ext cx="3665599" cy="3665599"/>
          </a:xfrm>
          <a:prstGeom prst="rect">
            <a:avLst/>
          </a:prstGeom>
        </p:spPr>
      </p:pic>
      <p:sp>
        <p:nvSpPr>
          <p:cNvPr id="116" name="Google Shape;87;p18"/>
          <p:cNvSpPr txBox="1">
            <a:spLocks noGrp="1"/>
          </p:cNvSpPr>
          <p:nvPr>
            <p:ph type="body" idx="1"/>
          </p:nvPr>
        </p:nvSpPr>
        <p:spPr>
          <a:xfrm>
            <a:off x="535778" y="1786699"/>
            <a:ext cx="3614740" cy="2711450"/>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20000"/>
              </a:spcBef>
              <a:spcAft>
                <a:spcPts val="600"/>
              </a:spcAft>
              <a:buSzPct val="80000"/>
              <a:buNone/>
            </a:pPr>
            <a:r>
              <a:rPr lang="en-US" sz="1100" dirty="0">
                <a:solidFill>
                  <a:schemeClr val="bg1"/>
                </a:solidFill>
              </a:rPr>
              <a:t>The robot should be able to: </a:t>
            </a:r>
          </a:p>
          <a:p>
            <a:pPr marL="228600" lvl="0" indent="-228600" defTabSz="457200">
              <a:lnSpc>
                <a:spcPct val="90000"/>
              </a:lnSpc>
              <a:spcBef>
                <a:spcPct val="20000"/>
              </a:spcBef>
              <a:spcAft>
                <a:spcPts val="600"/>
              </a:spcAft>
              <a:buSzPct val="80000"/>
              <a:buFont typeface="+mj-lt"/>
              <a:buAutoNum type="arabicPeriod"/>
            </a:pPr>
            <a:r>
              <a:rPr lang="en-US" sz="1100" dirty="0">
                <a:solidFill>
                  <a:schemeClr val="bg1"/>
                </a:solidFill>
              </a:rPr>
              <a:t>Carry trash to a designated location.</a:t>
            </a:r>
          </a:p>
          <a:p>
            <a:pPr marL="228600" lvl="0" indent="-228600" defTabSz="457200">
              <a:lnSpc>
                <a:spcPct val="90000"/>
              </a:lnSpc>
              <a:spcBef>
                <a:spcPct val="20000"/>
              </a:spcBef>
              <a:spcAft>
                <a:spcPts val="600"/>
              </a:spcAft>
              <a:buSzPct val="80000"/>
              <a:buFont typeface="+mj-lt"/>
              <a:buAutoNum type="arabicPeriod"/>
            </a:pPr>
            <a:r>
              <a:rPr lang="en-US" sz="1100" dirty="0">
                <a:solidFill>
                  <a:schemeClr val="bg1"/>
                </a:solidFill>
              </a:rPr>
              <a:t>Avoid obstacles in its path.</a:t>
            </a:r>
          </a:p>
          <a:p>
            <a:pPr marL="228600" lvl="0" indent="-228600" defTabSz="457200">
              <a:lnSpc>
                <a:spcPct val="90000"/>
              </a:lnSpc>
              <a:spcBef>
                <a:spcPct val="20000"/>
              </a:spcBef>
              <a:spcAft>
                <a:spcPts val="600"/>
              </a:spcAft>
              <a:buSzPct val="80000"/>
              <a:buFont typeface="+mj-lt"/>
              <a:buAutoNum type="arabicPeriod"/>
            </a:pPr>
            <a:r>
              <a:rPr lang="en-US" sz="1100" dirty="0">
                <a:solidFill>
                  <a:schemeClr val="bg1"/>
                </a:solidFill>
              </a:rPr>
              <a:t>Monitor waste levels.</a:t>
            </a:r>
          </a:p>
          <a:p>
            <a:pPr marL="228600" lvl="0" indent="-228600" defTabSz="457200">
              <a:lnSpc>
                <a:spcPct val="90000"/>
              </a:lnSpc>
              <a:spcBef>
                <a:spcPct val="20000"/>
              </a:spcBef>
              <a:spcAft>
                <a:spcPts val="600"/>
              </a:spcAft>
              <a:buSzPct val="80000"/>
              <a:buFont typeface="+mj-lt"/>
              <a:buAutoNum type="arabicPeriod"/>
            </a:pPr>
            <a:r>
              <a:rPr lang="en-US" sz="1100" dirty="0">
                <a:solidFill>
                  <a:schemeClr val="bg1"/>
                </a:solidFill>
              </a:rPr>
              <a:t>Detect if the trash bin is full.</a:t>
            </a:r>
          </a:p>
          <a:p>
            <a:pPr marL="228600" lvl="0" indent="-228600" defTabSz="457200">
              <a:lnSpc>
                <a:spcPct val="90000"/>
              </a:lnSpc>
              <a:spcBef>
                <a:spcPct val="20000"/>
              </a:spcBef>
              <a:spcAft>
                <a:spcPts val="600"/>
              </a:spcAft>
              <a:buSzPct val="80000"/>
              <a:buFont typeface="+mj-lt"/>
              <a:buAutoNum type="arabicPeriod"/>
            </a:pPr>
            <a:r>
              <a:rPr lang="en-US" sz="1100" dirty="0">
                <a:solidFill>
                  <a:schemeClr val="bg1"/>
                </a:solidFill>
              </a:rPr>
              <a:t>Comprehend data of the user’s waste usage.</a:t>
            </a:r>
          </a:p>
          <a:p>
            <a:pPr marL="228600" lvl="0" indent="-228600" defTabSz="457200">
              <a:lnSpc>
                <a:spcPct val="90000"/>
              </a:lnSpc>
              <a:spcBef>
                <a:spcPct val="20000"/>
              </a:spcBef>
              <a:spcAft>
                <a:spcPts val="600"/>
              </a:spcAft>
              <a:buSzPct val="80000"/>
              <a:buFont typeface="+mj-lt"/>
              <a:buAutoNum type="arabicPeriod"/>
            </a:pPr>
            <a:r>
              <a:rPr lang="en-US" sz="1100" dirty="0">
                <a:solidFill>
                  <a:schemeClr val="bg1"/>
                </a:solidFill>
              </a:rPr>
              <a:t>Reduce the amount of labor for the user.</a:t>
            </a:r>
          </a:p>
        </p:txBody>
      </p:sp>
      <p:grpSp>
        <p:nvGrpSpPr>
          <p:cNvPr id="126" name="Group 125">
            <a:extLst>
              <a:ext uri="{FF2B5EF4-FFF2-40B4-BE49-F238E27FC236}">
                <a16:creationId xmlns:a16="http://schemas.microsoft.com/office/drawing/2014/main" id="{0180A64C-1862-4B1B-8953-FA96DEE4C4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27" name="Straight Connector 126">
              <a:extLst>
                <a:ext uri="{FF2B5EF4-FFF2-40B4-BE49-F238E27FC236}">
                  <a16:creationId xmlns:a16="http://schemas.microsoft.com/office/drawing/2014/main" id="{52859A51-B3CA-4126-956F-D0DCCBA2129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1ECA05ED-FBC3-48F4-8E6D-AB89EC6081C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5EE24CC5-F080-45A3-B2B4-59A7BCA5AB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B3EC6EC2-2351-427C-90C2-F107915733B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D524D87A-9540-4F77-B006-823176623B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D0DB973-3069-C761-A593-A91E52686A64}"/>
              </a:ext>
            </a:extLst>
          </p:cNvPr>
          <p:cNvSpPr/>
          <p:nvPr/>
        </p:nvSpPr>
        <p:spPr>
          <a:xfrm>
            <a:off x="447379" y="1152475"/>
            <a:ext cx="1914822" cy="3416400"/>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3" name="Rectangle: Rounded Corners 2">
            <a:extLst>
              <a:ext uri="{FF2B5EF4-FFF2-40B4-BE49-F238E27FC236}">
                <a16:creationId xmlns:a16="http://schemas.microsoft.com/office/drawing/2014/main" id="{0D3FEC23-044E-C938-CC69-9AFA4D677C64}"/>
              </a:ext>
            </a:extLst>
          </p:cNvPr>
          <p:cNvSpPr/>
          <p:nvPr/>
        </p:nvSpPr>
        <p:spPr>
          <a:xfrm>
            <a:off x="2544659" y="1152475"/>
            <a:ext cx="1914822" cy="3416400"/>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a:p>
        </p:txBody>
      </p:sp>
      <p:sp>
        <p:nvSpPr>
          <p:cNvPr id="5" name="Rectangle: Rounded Corners 4">
            <a:extLst>
              <a:ext uri="{FF2B5EF4-FFF2-40B4-BE49-F238E27FC236}">
                <a16:creationId xmlns:a16="http://schemas.microsoft.com/office/drawing/2014/main" id="{C06FDFDD-1227-AD44-7194-6658F9A60A1D}"/>
              </a:ext>
            </a:extLst>
          </p:cNvPr>
          <p:cNvSpPr/>
          <p:nvPr/>
        </p:nvSpPr>
        <p:spPr>
          <a:xfrm>
            <a:off x="6781799" y="1152475"/>
            <a:ext cx="1914822" cy="3416400"/>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a:p>
        </p:txBody>
      </p:sp>
      <p:sp>
        <p:nvSpPr>
          <p:cNvPr id="4" name="Rectangle: Rounded Corners 3">
            <a:extLst>
              <a:ext uri="{FF2B5EF4-FFF2-40B4-BE49-F238E27FC236}">
                <a16:creationId xmlns:a16="http://schemas.microsoft.com/office/drawing/2014/main" id="{700F019F-DB9A-1FCC-EC84-7BCDA89F04EC}"/>
              </a:ext>
            </a:extLst>
          </p:cNvPr>
          <p:cNvSpPr/>
          <p:nvPr/>
        </p:nvSpPr>
        <p:spPr>
          <a:xfrm>
            <a:off x="4663229" y="1152475"/>
            <a:ext cx="1914822" cy="3416400"/>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a:p>
        </p:txBody>
      </p:sp>
      <p:sp>
        <p:nvSpPr>
          <p:cNvPr id="92" name="Google Shape;92;p1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System Need Specifications</a:t>
            </a:r>
          </a:p>
        </p:txBody>
      </p:sp>
      <p:graphicFrame>
        <p:nvGraphicFramePr>
          <p:cNvPr id="95" name="Google Shape;93;p19">
            <a:extLst>
              <a:ext uri="{FF2B5EF4-FFF2-40B4-BE49-F238E27FC236}">
                <a16:creationId xmlns:a16="http://schemas.microsoft.com/office/drawing/2014/main" id="{8F748D4E-9E0F-51FA-9638-0B705CFEC2A5}"/>
              </a:ext>
            </a:extLst>
          </p:cNvPr>
          <p:cNvGraphicFramePr/>
          <p:nvPr>
            <p:extLst>
              <p:ext uri="{D42A27DB-BD31-4B8C-83A1-F6EECF244321}">
                <p14:modId xmlns:p14="http://schemas.microsoft.com/office/powerpoint/2010/main" val="1632488588"/>
              </p:ext>
            </p:extLst>
          </p:nvPr>
        </p:nvGraphicFramePr>
        <p:xfrm>
          <a:off x="311700" y="1152475"/>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Shape 97"/>
        <p:cNvGrpSpPr/>
        <p:nvPr/>
      </p:nvGrpSpPr>
      <p:grpSpPr>
        <a:xfrm>
          <a:off x="0" y="0"/>
          <a:ext cx="0" cy="0"/>
          <a:chOff x="0" y="0"/>
          <a:chExt cx="0" cy="0"/>
        </a:xfrm>
      </p:grpSpPr>
      <p:grpSp>
        <p:nvGrpSpPr>
          <p:cNvPr id="104" name="Group 103">
            <a:extLst>
              <a:ext uri="{FF2B5EF4-FFF2-40B4-BE49-F238E27FC236}">
                <a16:creationId xmlns:a16="http://schemas.microsoft.com/office/drawing/2014/main" id="{6CC7770B-E4E1-42D6-9437-DAA4A3A9E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12" name="Straight Connector 111">
              <a:extLst>
                <a:ext uri="{FF2B5EF4-FFF2-40B4-BE49-F238E27FC236}">
                  <a16:creationId xmlns:a16="http://schemas.microsoft.com/office/drawing/2014/main" id="{5A26DE5B-A1A6-4746-8EF7-4D6809ED75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377A3DDA-BF17-4302-867E-EBFD777B0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CBE30704-4227-4B7B-BDB8-BFCF39086F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B923B1E7-AEA4-42D8-8F4A-9D116F2966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321B6244-6EAE-442C-ACCF-8146103EC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11" name="Rectangle 110">
            <a:extLst>
              <a:ext uri="{FF2B5EF4-FFF2-40B4-BE49-F238E27FC236}">
                <a16:creationId xmlns:a16="http://schemas.microsoft.com/office/drawing/2014/main" id="{F4E5D790-EF7E-4E52-B208-793079B49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1"/>
            <a:ext cx="9144000" cy="51435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113" name="Snip Diagonal Corner Rectangle 6">
            <a:extLst>
              <a:ext uri="{FF2B5EF4-FFF2-40B4-BE49-F238E27FC236}">
                <a16:creationId xmlns:a16="http://schemas.microsoft.com/office/drawing/2014/main" id="{479F3ED9-A242-463F-84AE-C4B05016B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1"/>
            <a:ext cx="9143307" cy="5143499"/>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98" name="Google Shape;98;p20"/>
          <p:cNvSpPr txBox="1">
            <a:spLocks noGrp="1"/>
          </p:cNvSpPr>
          <p:nvPr>
            <p:ph type="title"/>
          </p:nvPr>
        </p:nvSpPr>
        <p:spPr>
          <a:xfrm>
            <a:off x="1247945" y="3519460"/>
            <a:ext cx="6400800" cy="1130300"/>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0"/>
              </a:spcBef>
              <a:spcAft>
                <a:spcPts val="0"/>
              </a:spcAft>
            </a:pPr>
            <a:r>
              <a:rPr lang="en-US" sz="3600" dirty="0"/>
              <a:t>Design Assumptions &amp; Limitations</a:t>
            </a:r>
          </a:p>
        </p:txBody>
      </p:sp>
      <p:graphicFrame>
        <p:nvGraphicFramePr>
          <p:cNvPr id="122" name="Google Shape;99;p20">
            <a:extLst>
              <a:ext uri="{FF2B5EF4-FFF2-40B4-BE49-F238E27FC236}">
                <a16:creationId xmlns:a16="http://schemas.microsoft.com/office/drawing/2014/main" id="{7EA6538B-A76D-386B-EDD2-A65A2873F833}"/>
              </a:ext>
            </a:extLst>
          </p:cNvPr>
          <p:cNvGraphicFramePr/>
          <p:nvPr>
            <p:extLst>
              <p:ext uri="{D42A27DB-BD31-4B8C-83A1-F6EECF244321}">
                <p14:modId xmlns:p14="http://schemas.microsoft.com/office/powerpoint/2010/main" val="960080394"/>
              </p:ext>
            </p:extLst>
          </p:nvPr>
        </p:nvGraphicFramePr>
        <p:xfrm>
          <a:off x="1247945" y="668311"/>
          <a:ext cx="6400800" cy="28511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Group 4">
            <a:extLst>
              <a:ext uri="{FF2B5EF4-FFF2-40B4-BE49-F238E27FC236}">
                <a16:creationId xmlns:a16="http://schemas.microsoft.com/office/drawing/2014/main" id="{9C6A1FD6-BC69-062F-4D4D-745EA1BD1749}"/>
              </a:ext>
            </a:extLst>
          </p:cNvPr>
          <p:cNvGrpSpPr/>
          <p:nvPr/>
        </p:nvGrpSpPr>
        <p:grpSpPr>
          <a:xfrm>
            <a:off x="3440026" y="2163453"/>
            <a:ext cx="2102701" cy="359481"/>
            <a:chOff x="402549" y="673855"/>
            <a:chExt cx="3654928" cy="2386152"/>
          </a:xfrm>
          <a:solidFill>
            <a:schemeClr val="accent1"/>
          </a:solidFill>
        </p:grpSpPr>
        <p:sp>
          <p:nvSpPr>
            <p:cNvPr id="6" name="Rectangle: Rounded Corners 5">
              <a:extLst>
                <a:ext uri="{FF2B5EF4-FFF2-40B4-BE49-F238E27FC236}">
                  <a16:creationId xmlns:a16="http://schemas.microsoft.com/office/drawing/2014/main" id="{2DF36769-9BF7-23C5-2B3F-07DCB55C879D}"/>
                </a:ext>
              </a:extLst>
            </p:cNvPr>
            <p:cNvSpPr/>
            <p:nvPr/>
          </p:nvSpPr>
          <p:spPr>
            <a:xfrm>
              <a:off x="406683" y="741753"/>
              <a:ext cx="3650794" cy="2318254"/>
            </a:xfrm>
            <a:prstGeom prst="roundRect">
              <a:avLst>
                <a:gd name="adj" fmla="val 10000"/>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7" name="Rectangle: Rounded Corners 4">
              <a:extLst>
                <a:ext uri="{FF2B5EF4-FFF2-40B4-BE49-F238E27FC236}">
                  <a16:creationId xmlns:a16="http://schemas.microsoft.com/office/drawing/2014/main" id="{9DD56211-523A-2379-FFCC-58E1D2E68658}"/>
                </a:ext>
              </a:extLst>
            </p:cNvPr>
            <p:cNvSpPr txBox="1"/>
            <p:nvPr/>
          </p:nvSpPr>
          <p:spPr>
            <a:xfrm>
              <a:off x="402549" y="673855"/>
              <a:ext cx="3650795" cy="23182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Limitations</a:t>
              </a:r>
            </a:p>
          </p:txBody>
        </p:sp>
      </p:grpSp>
      <p:grpSp>
        <p:nvGrpSpPr>
          <p:cNvPr id="8" name="Group 7">
            <a:extLst>
              <a:ext uri="{FF2B5EF4-FFF2-40B4-BE49-F238E27FC236}">
                <a16:creationId xmlns:a16="http://schemas.microsoft.com/office/drawing/2014/main" id="{DA991E68-F9C6-D810-108C-8E948FF0A4E1}"/>
              </a:ext>
            </a:extLst>
          </p:cNvPr>
          <p:cNvGrpSpPr/>
          <p:nvPr/>
        </p:nvGrpSpPr>
        <p:grpSpPr>
          <a:xfrm>
            <a:off x="3398183" y="689830"/>
            <a:ext cx="2100323" cy="349253"/>
            <a:chOff x="406683" y="741746"/>
            <a:chExt cx="3650794" cy="2318261"/>
          </a:xfrm>
          <a:solidFill>
            <a:schemeClr val="accent1"/>
          </a:solidFill>
        </p:grpSpPr>
        <p:sp>
          <p:nvSpPr>
            <p:cNvPr id="9" name="Rectangle: Rounded Corners 8">
              <a:extLst>
                <a:ext uri="{FF2B5EF4-FFF2-40B4-BE49-F238E27FC236}">
                  <a16:creationId xmlns:a16="http://schemas.microsoft.com/office/drawing/2014/main" id="{8945FCC0-F5D3-11FB-4F00-A35A21B9BB5B}"/>
                </a:ext>
              </a:extLst>
            </p:cNvPr>
            <p:cNvSpPr/>
            <p:nvPr/>
          </p:nvSpPr>
          <p:spPr>
            <a:xfrm>
              <a:off x="406683" y="741753"/>
              <a:ext cx="3650794" cy="2318254"/>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a:p>
          </p:txBody>
        </p:sp>
        <p:sp>
          <p:nvSpPr>
            <p:cNvPr id="10" name="Rectangle: Rounded Corners 4">
              <a:extLst>
                <a:ext uri="{FF2B5EF4-FFF2-40B4-BE49-F238E27FC236}">
                  <a16:creationId xmlns:a16="http://schemas.microsoft.com/office/drawing/2014/main" id="{F1F78019-4C92-03DB-C61F-4129F6A73E9F}"/>
                </a:ext>
              </a:extLst>
            </p:cNvPr>
            <p:cNvSpPr txBox="1"/>
            <p:nvPr/>
          </p:nvSpPr>
          <p:spPr>
            <a:xfrm>
              <a:off x="406683" y="741746"/>
              <a:ext cx="3650794" cy="2318254"/>
            </a:xfrm>
            <a:prstGeom prst="rect">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Assumptions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Shape 104"/>
        <p:cNvGrpSpPr/>
        <p:nvPr/>
      </p:nvGrpSpPr>
      <p:grpSpPr>
        <a:xfrm>
          <a:off x="0" y="0"/>
          <a:ext cx="0" cy="0"/>
          <a:chOff x="0" y="0"/>
          <a:chExt cx="0" cy="0"/>
        </a:xfrm>
      </p:grpSpPr>
      <p:grpSp>
        <p:nvGrpSpPr>
          <p:cNvPr id="112" name="Group 111">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13" name="Straight Connector 112">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19" name="Rectangle 11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21"/>
          <p:cNvSpPr txBox="1">
            <a:spLocks noGrp="1"/>
          </p:cNvSpPr>
          <p:nvPr>
            <p:ph type="title"/>
          </p:nvPr>
        </p:nvSpPr>
        <p:spPr>
          <a:xfrm>
            <a:off x="2983934" y="3365499"/>
            <a:ext cx="4220368" cy="113030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300"/>
              <a:t>Target Operating Environments</a:t>
            </a:r>
          </a:p>
        </p:txBody>
      </p:sp>
      <p:pic>
        <p:nvPicPr>
          <p:cNvPr id="108" name="Picture 107" descr="Houses in a village">
            <a:extLst>
              <a:ext uri="{FF2B5EF4-FFF2-40B4-BE49-F238E27FC236}">
                <a16:creationId xmlns:a16="http://schemas.microsoft.com/office/drawing/2014/main" id="{7AB44D48-D0AF-B3DB-1985-BFD37482A88F}"/>
              </a:ext>
            </a:extLst>
          </p:cNvPr>
          <p:cNvPicPr>
            <a:picLocks noChangeAspect="1"/>
          </p:cNvPicPr>
          <p:nvPr/>
        </p:nvPicPr>
        <p:blipFill>
          <a:blip r:embed="rId3"/>
          <a:srcRect l="26132" r="35569"/>
          <a:stretch>
            <a:fillRect/>
          </a:stretch>
        </p:blipFill>
        <p:spPr>
          <a:xfrm>
            <a:off x="623" y="10"/>
            <a:ext cx="2626519" cy="5143490"/>
          </a:xfrm>
          <a:prstGeom prst="rect">
            <a:avLst/>
          </a:prstGeom>
          <a:effectLst>
            <a:innerShdw blurRad="57150" dist="38100" dir="14460000">
              <a:prstClr val="black">
                <a:alpha val="70000"/>
              </a:prstClr>
            </a:innerShdw>
          </a:effectLst>
        </p:spPr>
      </p:pic>
      <p:sp>
        <p:nvSpPr>
          <p:cNvPr id="106" name="Google Shape;106;p21"/>
          <p:cNvSpPr txBox="1">
            <a:spLocks noGrp="1"/>
          </p:cNvSpPr>
          <p:nvPr>
            <p:ph type="body" idx="1"/>
          </p:nvPr>
        </p:nvSpPr>
        <p:spPr>
          <a:xfrm>
            <a:off x="2913459" y="514350"/>
            <a:ext cx="4969554" cy="2711450"/>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20000"/>
              </a:spcBef>
              <a:spcAft>
                <a:spcPts val="600"/>
              </a:spcAft>
              <a:buSzPct val="80000"/>
              <a:buFont typeface="Wingdings 3" panose="05040102010807070707" pitchFamily="18" charset="2"/>
              <a:buChar char=""/>
            </a:pPr>
            <a:r>
              <a:rPr lang="en-US" sz="800" b="1" dirty="0"/>
              <a:t>Residential Single-Family Home (Large Property)</a:t>
            </a:r>
          </a:p>
          <a:p>
            <a:pPr marL="0" lvl="0" indent="0" defTabSz="457200">
              <a:lnSpc>
                <a:spcPct val="90000"/>
              </a:lnSpc>
              <a:spcBef>
                <a:spcPct val="20000"/>
              </a:spcBef>
              <a:spcAft>
                <a:spcPts val="600"/>
              </a:spcAft>
              <a:buSzPct val="80000"/>
              <a:buFont typeface="Wingdings 3" panose="05040102010807070707" pitchFamily="18" charset="2"/>
              <a:buChar char=""/>
            </a:pPr>
            <a:r>
              <a:rPr lang="en-US" sz="800" dirty="0">
                <a:solidFill>
                  <a:schemeClr val="tx1"/>
                </a:solidFill>
              </a:rPr>
              <a:t>The system is intended to operate in a residential environment with a paved driveway, landscaped surroundings, and a clearly defined curbside waste collection point. Navigation paths are primarily flat concrete surfaces with minimal elevation changes. Potential obstacles include parked vehicles, outdoor furniture, and pedestrians. Operation is expected to occur in low to moderate traffic conditions.</a:t>
            </a:r>
          </a:p>
          <a:p>
            <a:pPr marL="0" lvl="0" indent="0" defTabSz="457200">
              <a:lnSpc>
                <a:spcPct val="90000"/>
              </a:lnSpc>
              <a:spcBef>
                <a:spcPct val="20000"/>
              </a:spcBef>
              <a:spcAft>
                <a:spcPts val="600"/>
              </a:spcAft>
              <a:buSzPct val="80000"/>
              <a:buFont typeface="Wingdings 3" panose="05040102010807070707" pitchFamily="18" charset="2"/>
              <a:buChar char=""/>
            </a:pPr>
            <a:r>
              <a:rPr lang="en-US" sz="800" b="1" dirty="0"/>
              <a:t>Residential Single-Family Home (Suburban Property)</a:t>
            </a:r>
          </a:p>
          <a:p>
            <a:pPr marL="0" lvl="0" indent="0" defTabSz="457200">
              <a:lnSpc>
                <a:spcPct val="90000"/>
              </a:lnSpc>
              <a:spcBef>
                <a:spcPct val="20000"/>
              </a:spcBef>
              <a:spcAft>
                <a:spcPts val="600"/>
              </a:spcAft>
              <a:buSzPct val="80000"/>
              <a:buFont typeface="Wingdings 3" panose="05040102010807070707" pitchFamily="18" charset="2"/>
              <a:buChar char=""/>
            </a:pPr>
            <a:r>
              <a:rPr lang="en-US" sz="800" dirty="0">
                <a:solidFill>
                  <a:schemeClr val="tx1"/>
                </a:solidFill>
              </a:rPr>
              <a:t>This environment represents a typical suburban household with a short driveway and direct access from the home to the curb. The operating surface consists of smooth concrete with grass or landscaping adjacent to travel paths. The system must safely navigate near the home entrance, driveway edges, and curbside collection area while accounting for people, pets, and common household obstacles.</a:t>
            </a:r>
          </a:p>
          <a:p>
            <a:pPr marL="0" lvl="0" indent="0" defTabSz="457200">
              <a:lnSpc>
                <a:spcPct val="90000"/>
              </a:lnSpc>
              <a:spcBef>
                <a:spcPct val="20000"/>
              </a:spcBef>
              <a:spcAft>
                <a:spcPts val="600"/>
              </a:spcAft>
              <a:buSzPct val="80000"/>
              <a:buFont typeface="Wingdings 3" panose="05040102010807070707" pitchFamily="18" charset="2"/>
              <a:buChar char=""/>
            </a:pPr>
            <a:r>
              <a:rPr lang="en-US" sz="800" b="1" dirty="0"/>
              <a:t>Indoor Facility / Warehouse-Style Environment</a:t>
            </a:r>
          </a:p>
          <a:p>
            <a:pPr marL="0" lvl="0" indent="0" defTabSz="457200">
              <a:lnSpc>
                <a:spcPct val="90000"/>
              </a:lnSpc>
              <a:spcBef>
                <a:spcPct val="20000"/>
              </a:spcBef>
              <a:spcAft>
                <a:spcPts val="600"/>
              </a:spcAft>
              <a:buSzPct val="80000"/>
              <a:buFont typeface="Wingdings 3" panose="05040102010807070707" pitchFamily="18" charset="2"/>
              <a:buChar char=""/>
            </a:pPr>
            <a:r>
              <a:rPr lang="en-US" sz="800" dirty="0">
                <a:solidFill>
                  <a:schemeClr val="tx1"/>
                </a:solidFill>
              </a:rPr>
              <a:t>This environment represents indoor operational areas such as assisted-living facilities, storage areas. The system operates on polished concrete flooring with defined pathways and frequent human activity. Obstacles may include carts, bins, shelving, and temporary obstructions. Reliable obstacle detection and controlled movement are critical due to shared use of space with staff and occupants.</a:t>
            </a:r>
          </a:p>
        </p:txBody>
      </p:sp>
      <p:grpSp>
        <p:nvGrpSpPr>
          <p:cNvPr id="121" name="Group 12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22" name="Straight Connector 12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Intended Users &amp; Uses</a:t>
            </a:r>
          </a:p>
        </p:txBody>
      </p:sp>
      <p:graphicFrame>
        <p:nvGraphicFramePr>
          <p:cNvPr id="140" name="Google Shape;112;p22">
            <a:extLst>
              <a:ext uri="{FF2B5EF4-FFF2-40B4-BE49-F238E27FC236}">
                <a16:creationId xmlns:a16="http://schemas.microsoft.com/office/drawing/2014/main" id="{305E9E81-3099-E322-207D-D380B1A267E1}"/>
              </a:ext>
            </a:extLst>
          </p:cNvPr>
          <p:cNvGraphicFramePr/>
          <p:nvPr>
            <p:extLst>
              <p:ext uri="{D42A27DB-BD31-4B8C-83A1-F6EECF244321}">
                <p14:modId xmlns:p14="http://schemas.microsoft.com/office/powerpoint/2010/main" val="586588461"/>
              </p:ext>
            </p:extLst>
          </p:nvPr>
        </p:nvGraphicFramePr>
        <p:xfrm>
          <a:off x="311700" y="1152475"/>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a:extLst>
              <a:ext uri="{FF2B5EF4-FFF2-40B4-BE49-F238E27FC236}">
                <a16:creationId xmlns:a16="http://schemas.microsoft.com/office/drawing/2014/main" id="{7142ECD1-1F99-D004-3D90-A0B3365EAE05}"/>
              </a:ext>
            </a:extLst>
          </p:cNvPr>
          <p:cNvGrpSpPr/>
          <p:nvPr/>
        </p:nvGrpSpPr>
        <p:grpSpPr>
          <a:xfrm>
            <a:off x="413301" y="1238250"/>
            <a:ext cx="1129749" cy="583002"/>
            <a:chOff x="406683" y="741753"/>
            <a:chExt cx="3650794" cy="2318254"/>
          </a:xfrm>
        </p:grpSpPr>
        <p:sp>
          <p:nvSpPr>
            <p:cNvPr id="3" name="Rectangle: Rounded Corners 2">
              <a:extLst>
                <a:ext uri="{FF2B5EF4-FFF2-40B4-BE49-F238E27FC236}">
                  <a16:creationId xmlns:a16="http://schemas.microsoft.com/office/drawing/2014/main" id="{0C8E5548-8762-A219-D9A3-6B14CA80169B}"/>
                </a:ext>
              </a:extLst>
            </p:cNvPr>
            <p:cNvSpPr/>
            <p:nvPr/>
          </p:nvSpPr>
          <p:spPr>
            <a:xfrm>
              <a:off x="406683" y="741753"/>
              <a:ext cx="3650794" cy="2318254"/>
            </a:xfrm>
            <a:prstGeom prst="roundRect">
              <a:avLst>
                <a:gd name="adj" fmla="val 10000"/>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4" name="Rectangle: Rounded Corners 4">
              <a:extLst>
                <a:ext uri="{FF2B5EF4-FFF2-40B4-BE49-F238E27FC236}">
                  <a16:creationId xmlns:a16="http://schemas.microsoft.com/office/drawing/2014/main" id="{9F051C75-931E-AC98-64D5-1E33B1277674}"/>
                </a:ext>
              </a:extLst>
            </p:cNvPr>
            <p:cNvSpPr txBox="1"/>
            <p:nvPr/>
          </p:nvSpPr>
          <p:spPr>
            <a:xfrm>
              <a:off x="474582" y="809652"/>
              <a:ext cx="3514996" cy="2182456"/>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Users</a:t>
              </a:r>
            </a:p>
          </p:txBody>
        </p:sp>
      </p:grpSp>
      <p:grpSp>
        <p:nvGrpSpPr>
          <p:cNvPr id="5" name="Group 4">
            <a:extLst>
              <a:ext uri="{FF2B5EF4-FFF2-40B4-BE49-F238E27FC236}">
                <a16:creationId xmlns:a16="http://schemas.microsoft.com/office/drawing/2014/main" id="{6421DF10-24F9-B09F-F046-931636924A03}"/>
              </a:ext>
            </a:extLst>
          </p:cNvPr>
          <p:cNvGrpSpPr/>
          <p:nvPr/>
        </p:nvGrpSpPr>
        <p:grpSpPr>
          <a:xfrm>
            <a:off x="4978951" y="1221174"/>
            <a:ext cx="1129749" cy="583002"/>
            <a:chOff x="406683" y="741753"/>
            <a:chExt cx="3650794" cy="2318254"/>
          </a:xfrm>
        </p:grpSpPr>
        <p:sp>
          <p:nvSpPr>
            <p:cNvPr id="6" name="Rectangle: Rounded Corners 5">
              <a:extLst>
                <a:ext uri="{FF2B5EF4-FFF2-40B4-BE49-F238E27FC236}">
                  <a16:creationId xmlns:a16="http://schemas.microsoft.com/office/drawing/2014/main" id="{F4DD3A53-AD0B-50A4-B3E8-8BD60065FDA9}"/>
                </a:ext>
              </a:extLst>
            </p:cNvPr>
            <p:cNvSpPr/>
            <p:nvPr/>
          </p:nvSpPr>
          <p:spPr>
            <a:xfrm>
              <a:off x="406683" y="741753"/>
              <a:ext cx="3650794" cy="2318254"/>
            </a:xfrm>
            <a:prstGeom prst="roundRect">
              <a:avLst>
                <a:gd name="adj" fmla="val 10000"/>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7" name="Rectangle: Rounded Corners 4">
              <a:extLst>
                <a:ext uri="{FF2B5EF4-FFF2-40B4-BE49-F238E27FC236}">
                  <a16:creationId xmlns:a16="http://schemas.microsoft.com/office/drawing/2014/main" id="{A7B4E00B-F03F-2864-79F0-35BFE76978FA}"/>
                </a:ext>
              </a:extLst>
            </p:cNvPr>
            <p:cNvSpPr txBox="1"/>
            <p:nvPr/>
          </p:nvSpPr>
          <p:spPr>
            <a:xfrm>
              <a:off x="474582" y="809652"/>
              <a:ext cx="3514996" cy="2182456"/>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Uses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Shape 117"/>
        <p:cNvGrpSpPr/>
        <p:nvPr/>
      </p:nvGrpSpPr>
      <p:grpSpPr>
        <a:xfrm>
          <a:off x="0" y="0"/>
          <a:ext cx="0" cy="0"/>
          <a:chOff x="0" y="0"/>
          <a:chExt cx="0" cy="0"/>
        </a:xfrm>
      </p:grpSpPr>
      <p:grpSp>
        <p:nvGrpSpPr>
          <p:cNvPr id="135" name="Group 134">
            <a:extLst>
              <a:ext uri="{FF2B5EF4-FFF2-40B4-BE49-F238E27FC236}">
                <a16:creationId xmlns:a16="http://schemas.microsoft.com/office/drawing/2014/main" id="{6CC7770B-E4E1-42D6-9437-DAA4A3A9E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25" name="Straight Connector 124">
              <a:extLst>
                <a:ext uri="{FF2B5EF4-FFF2-40B4-BE49-F238E27FC236}">
                  <a16:creationId xmlns:a16="http://schemas.microsoft.com/office/drawing/2014/main" id="{5A26DE5B-A1A6-4746-8EF7-4D6809ED75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377A3DDA-BF17-4302-867E-EBFD777B0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CBE30704-4227-4B7B-BDB8-BFCF39086F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B923B1E7-AEA4-42D8-8F4A-9D116F2966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321B6244-6EAE-442C-ACCF-8146103EC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36" name="Rectangle 135">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Google Shape;118;p23"/>
          <p:cNvSpPr txBox="1">
            <a:spLocks noGrp="1"/>
          </p:cNvSpPr>
          <p:nvPr>
            <p:ph type="title"/>
          </p:nvPr>
        </p:nvSpPr>
        <p:spPr>
          <a:xfrm>
            <a:off x="513159" y="514349"/>
            <a:ext cx="2810333" cy="3669030"/>
          </a:xfrm>
          <a:prstGeom prst="rect">
            <a:avLst/>
          </a:prstGeom>
        </p:spPr>
        <p:txBody>
          <a:bodyPr spcFirstLastPara="1" vert="horz" lIns="91440" tIns="45720" rIns="91440" bIns="45720" rtlCol="0" anchor="ctr" anchorCtr="0">
            <a:normAutofit/>
          </a:bodyPr>
          <a:lstStyle/>
          <a:p>
            <a:pPr marL="0" lvl="0" indent="0" algn="r" defTabSz="457200">
              <a:spcBef>
                <a:spcPct val="0"/>
              </a:spcBef>
              <a:spcAft>
                <a:spcPts val="0"/>
              </a:spcAft>
            </a:pPr>
            <a:r>
              <a:rPr lang="en-US" sz="3600"/>
              <a:t>Project Purpose and Client Needs</a:t>
            </a:r>
          </a:p>
        </p:txBody>
      </p:sp>
      <p:cxnSp>
        <p:nvCxnSpPr>
          <p:cNvPr id="137" name="Straight Connector 136">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8087" y="1149279"/>
            <a:ext cx="0" cy="2399169"/>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6BB9B948-948A-9698-AEC8-0FD7C7B00E01}"/>
              </a:ext>
            </a:extLst>
          </p:cNvPr>
          <p:cNvSpPr/>
          <p:nvPr/>
        </p:nvSpPr>
        <p:spPr>
          <a:xfrm>
            <a:off x="3601196" y="387983"/>
            <a:ext cx="5029641" cy="1731725"/>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3" name="Rectangle: Rounded Corners 2">
            <a:extLst>
              <a:ext uri="{FF2B5EF4-FFF2-40B4-BE49-F238E27FC236}">
                <a16:creationId xmlns:a16="http://schemas.microsoft.com/office/drawing/2014/main" id="{5B86422C-E2F0-9FAA-9954-FAFADE0675AF}"/>
              </a:ext>
            </a:extLst>
          </p:cNvPr>
          <p:cNvSpPr/>
          <p:nvPr/>
        </p:nvSpPr>
        <p:spPr>
          <a:xfrm>
            <a:off x="3635732" y="2246074"/>
            <a:ext cx="5029641" cy="1731725"/>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138" name="Google Shape;119;p23"/>
          <p:cNvSpPr txBox="1">
            <a:spLocks noGrp="1"/>
          </p:cNvSpPr>
          <p:nvPr>
            <p:ph type="body" idx="1"/>
          </p:nvPr>
        </p:nvSpPr>
        <p:spPr>
          <a:xfrm>
            <a:off x="3734971" y="514349"/>
            <a:ext cx="4716195" cy="3669030"/>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20000"/>
              </a:spcBef>
              <a:spcAft>
                <a:spcPts val="600"/>
              </a:spcAft>
              <a:buSzPct val="80000"/>
              <a:buFont typeface="Wingdings 3" panose="05040102010807070707" pitchFamily="18" charset="2"/>
              <a:buChar char=""/>
            </a:pPr>
            <a:r>
              <a:rPr lang="en-US" sz="1100">
                <a:solidFill>
                  <a:schemeClr val="tx1"/>
                </a:solidFill>
              </a:rPr>
              <a:t>The purpose of this project is to address inefficiencies in current waste collection practices by shifting from manual, schedule-based operations to a data-informed and automated approach. Particular emphasis is placed on supporting populations for whom routine waste handling can be physically challenging, such as elderly and physically disabled individuals. By leveraging sensing, analytics, and autonomous mobility, the project demonstrates how waste monitoring and relocation can be optimized through real-time data and intelligent system behavior.</a:t>
            </a:r>
          </a:p>
          <a:p>
            <a:pPr marL="0" lvl="0" indent="0" defTabSz="457200">
              <a:lnSpc>
                <a:spcPct val="90000"/>
              </a:lnSpc>
              <a:spcBef>
                <a:spcPct val="20000"/>
              </a:spcBef>
              <a:spcAft>
                <a:spcPts val="600"/>
              </a:spcAft>
              <a:buSzPct val="80000"/>
              <a:buFont typeface="Wingdings 3" panose="05040102010807070707" pitchFamily="18" charset="2"/>
              <a:buChar char=""/>
            </a:pPr>
            <a:endParaRPr lang="en-US" sz="1100">
              <a:solidFill>
                <a:schemeClr val="tx1"/>
              </a:solidFill>
            </a:endParaRPr>
          </a:p>
          <a:p>
            <a:pPr marL="0" lvl="0" indent="0" defTabSz="457200">
              <a:lnSpc>
                <a:spcPct val="90000"/>
              </a:lnSpc>
              <a:spcBef>
                <a:spcPct val="20000"/>
              </a:spcBef>
              <a:spcAft>
                <a:spcPts val="600"/>
              </a:spcAft>
              <a:buSzPct val="80000"/>
              <a:buFont typeface="Wingdings 3" panose="05040102010807070707" pitchFamily="18" charset="2"/>
              <a:buChar char=""/>
            </a:pPr>
            <a:r>
              <a:rPr lang="en-US" sz="1100">
                <a:solidFill>
                  <a:schemeClr val="tx1"/>
                </a:solidFill>
              </a:rPr>
              <a:t>The client needs a waste collection system that provides real-time visibility into waste fill levels and usage patterns, reduces dependence on manual observation and fixed schedules, and enables autonomous relocation of waste containers. The system should specifically reduce physical effort and safety risks for elderly and physically disabled users while improving overall operational efficiency and decision-making.  Needs were identified through: A structured interview with the project mentor acting as the client. A survey of potential end users. Team brainstorming sessions to uncover additional needs.</a:t>
            </a:r>
          </a:p>
          <a:p>
            <a:pPr marL="0" lvl="0" indent="0" defTabSz="457200">
              <a:lnSpc>
                <a:spcPct val="90000"/>
              </a:lnSpc>
              <a:spcBef>
                <a:spcPct val="20000"/>
              </a:spcBef>
              <a:spcAft>
                <a:spcPts val="600"/>
              </a:spcAft>
              <a:buSzPct val="80000"/>
              <a:buFont typeface="Wingdings 3" panose="05040102010807070707" pitchFamily="18" charset="2"/>
              <a:buChar char=""/>
            </a:pPr>
            <a:endParaRPr lang="en-US" sz="110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4"/>
        <p:cNvGrpSpPr/>
        <p:nvPr/>
      </p:nvGrpSpPr>
      <p:grpSpPr>
        <a:xfrm>
          <a:off x="0" y="0"/>
          <a:ext cx="0" cy="0"/>
          <a:chOff x="0" y="0"/>
          <a:chExt cx="0" cy="0"/>
        </a:xfrm>
      </p:grpSpPr>
      <p:grpSp>
        <p:nvGrpSpPr>
          <p:cNvPr id="145" name="Group 144">
            <a:extLst>
              <a:ext uri="{FF2B5EF4-FFF2-40B4-BE49-F238E27FC236}">
                <a16:creationId xmlns:a16="http://schemas.microsoft.com/office/drawing/2014/main" id="{62CE031E-EE35-4AA7-9784-805093327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46" name="Straight Connector 145">
              <a:extLst>
                <a:ext uri="{FF2B5EF4-FFF2-40B4-BE49-F238E27FC236}">
                  <a16:creationId xmlns:a16="http://schemas.microsoft.com/office/drawing/2014/main" id="{118D62D3-5800-4F4A-95BE-C1A2BB8B23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4C9E4F52-5D94-4242-AC69-EE6A23FAB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322CC7C0-D1D6-4FF0-A60C-1AEB9C8736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99B43E48-8275-4871-8745-F5CB75CFDB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E87ED701-F942-4771-8F92-6EFCC2E8E0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52" name="Rectangle 151">
            <a:extLst>
              <a:ext uri="{FF2B5EF4-FFF2-40B4-BE49-F238E27FC236}">
                <a16:creationId xmlns:a16="http://schemas.microsoft.com/office/drawing/2014/main" id="{124D9F5B-C72B-41EE-97C2-D3600B627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25" name="Google Shape;125;p24"/>
          <p:cNvSpPr txBox="1">
            <a:spLocks noGrp="1"/>
          </p:cNvSpPr>
          <p:nvPr>
            <p:ph type="title"/>
          </p:nvPr>
        </p:nvSpPr>
        <p:spPr>
          <a:xfrm>
            <a:off x="3573081" y="3714748"/>
            <a:ext cx="3153752" cy="113030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2400" dirty="0">
                <a:solidFill>
                  <a:srgbClr val="FFFFFF"/>
                </a:solidFill>
              </a:rPr>
              <a:t>Identified Attributes</a:t>
            </a:r>
          </a:p>
        </p:txBody>
      </p:sp>
      <p:pic>
        <p:nvPicPr>
          <p:cNvPr id="130" name="Graphic 129" descr="Presentation with Checklist">
            <a:extLst>
              <a:ext uri="{FF2B5EF4-FFF2-40B4-BE49-F238E27FC236}">
                <a16:creationId xmlns:a16="http://schemas.microsoft.com/office/drawing/2014/main" id="{C06319D1-BF30-FF61-2811-E412CB93BCD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259" y="461376"/>
            <a:ext cx="3665599" cy="3665599"/>
          </a:xfrm>
          <a:prstGeom prst="rect">
            <a:avLst/>
          </a:prstGeom>
        </p:spPr>
      </p:pic>
      <p:grpSp>
        <p:nvGrpSpPr>
          <p:cNvPr id="154" name="Group 153">
            <a:extLst>
              <a:ext uri="{FF2B5EF4-FFF2-40B4-BE49-F238E27FC236}">
                <a16:creationId xmlns:a16="http://schemas.microsoft.com/office/drawing/2014/main" id="{0180A64C-1862-4B1B-8953-FA96DEE4C4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55" name="Straight Connector 154">
              <a:extLst>
                <a:ext uri="{FF2B5EF4-FFF2-40B4-BE49-F238E27FC236}">
                  <a16:creationId xmlns:a16="http://schemas.microsoft.com/office/drawing/2014/main" id="{52859A51-B3CA-4126-956F-D0DCCBA2129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6" name="Straight Connector 155">
              <a:extLst>
                <a:ext uri="{FF2B5EF4-FFF2-40B4-BE49-F238E27FC236}">
                  <a16:creationId xmlns:a16="http://schemas.microsoft.com/office/drawing/2014/main" id="{1ECA05ED-FBC3-48F4-8E6D-AB89EC6081C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5EE24CC5-F080-45A3-B2B4-59A7BCA5AB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B3EC6EC2-2351-427C-90C2-F107915733B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D524D87A-9540-4F77-B006-823176623B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graphicFrame>
        <p:nvGraphicFramePr>
          <p:cNvPr id="140" name="Google Shape;126;p24">
            <a:extLst>
              <a:ext uri="{FF2B5EF4-FFF2-40B4-BE49-F238E27FC236}">
                <a16:creationId xmlns:a16="http://schemas.microsoft.com/office/drawing/2014/main" id="{F4234E29-C4EC-CAD9-6746-F37F7449EDF3}"/>
              </a:ext>
            </a:extLst>
          </p:cNvPr>
          <p:cNvGraphicFramePr/>
          <p:nvPr>
            <p:extLst>
              <p:ext uri="{D42A27DB-BD31-4B8C-83A1-F6EECF244321}">
                <p14:modId xmlns:p14="http://schemas.microsoft.com/office/powerpoint/2010/main" val="1249140935"/>
              </p:ext>
            </p:extLst>
          </p:nvPr>
        </p:nvGraphicFramePr>
        <p:xfrm>
          <a:off x="3515352" y="367704"/>
          <a:ext cx="4611688" cy="314324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Shape 131"/>
        <p:cNvGrpSpPr/>
        <p:nvPr/>
      </p:nvGrpSpPr>
      <p:grpSpPr>
        <a:xfrm>
          <a:off x="0" y="0"/>
          <a:ext cx="0" cy="0"/>
          <a:chOff x="0" y="0"/>
          <a:chExt cx="0" cy="0"/>
        </a:xfrm>
      </p:grpSpPr>
      <p:grpSp>
        <p:nvGrpSpPr>
          <p:cNvPr id="209" name="Group 208">
            <a:extLst>
              <a:ext uri="{FF2B5EF4-FFF2-40B4-BE49-F238E27FC236}">
                <a16:creationId xmlns:a16="http://schemas.microsoft.com/office/drawing/2014/main" id="{6CC7770B-E4E1-42D6-9437-DAA4A3A9E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213" name="Straight Connector 212">
              <a:extLst>
                <a:ext uri="{FF2B5EF4-FFF2-40B4-BE49-F238E27FC236}">
                  <a16:creationId xmlns:a16="http://schemas.microsoft.com/office/drawing/2014/main" id="{5A26DE5B-A1A6-4746-8EF7-4D6809ED75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377A3DDA-BF17-4302-867E-EBFD777B0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CBE30704-4227-4B7B-BDB8-BFCF39086F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B923B1E7-AEA4-42D8-8F4A-9D116F2966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7" name="Straight Connector 216">
              <a:extLst>
                <a:ext uri="{FF2B5EF4-FFF2-40B4-BE49-F238E27FC236}">
                  <a16:creationId xmlns:a16="http://schemas.microsoft.com/office/drawing/2014/main" id="{321B6244-6EAE-442C-ACCF-8146103EC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210" name="Rectangle 209">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Google Shape;132;p25"/>
          <p:cNvSpPr txBox="1">
            <a:spLocks noGrp="1"/>
          </p:cNvSpPr>
          <p:nvPr>
            <p:ph type="title"/>
          </p:nvPr>
        </p:nvSpPr>
        <p:spPr>
          <a:xfrm>
            <a:off x="513159" y="514349"/>
            <a:ext cx="2810333" cy="3669030"/>
          </a:xfrm>
          <a:prstGeom prst="rect">
            <a:avLst/>
          </a:prstGeom>
        </p:spPr>
        <p:txBody>
          <a:bodyPr spcFirstLastPara="1" vert="horz" lIns="91440" tIns="45720" rIns="91440" bIns="45720" rtlCol="0" anchor="ctr" anchorCtr="0">
            <a:normAutofit/>
          </a:bodyPr>
          <a:lstStyle/>
          <a:p>
            <a:pPr marL="0" lvl="0" indent="0" algn="r" defTabSz="457200">
              <a:spcBef>
                <a:spcPct val="0"/>
              </a:spcBef>
              <a:spcAft>
                <a:spcPts val="0"/>
              </a:spcAft>
            </a:pPr>
            <a:r>
              <a:rPr lang="en-US" sz="3600" dirty="0"/>
              <a:t>Grouped Design Objectives</a:t>
            </a:r>
          </a:p>
        </p:txBody>
      </p:sp>
      <p:cxnSp>
        <p:nvCxnSpPr>
          <p:cNvPr id="211" name="Straight Connector 210">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8087" y="1149279"/>
            <a:ext cx="0" cy="2399169"/>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D07F9839-2F2A-DFB4-E8C0-9EDF7FFAF2EE}"/>
              </a:ext>
            </a:extLst>
          </p:cNvPr>
          <p:cNvSpPr/>
          <p:nvPr/>
        </p:nvSpPr>
        <p:spPr>
          <a:xfrm>
            <a:off x="3635732" y="629283"/>
            <a:ext cx="5029641" cy="1078863"/>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3" name="Rectangle: Rounded Corners 2">
            <a:extLst>
              <a:ext uri="{FF2B5EF4-FFF2-40B4-BE49-F238E27FC236}">
                <a16:creationId xmlns:a16="http://schemas.microsoft.com/office/drawing/2014/main" id="{B1905B22-86B1-6246-7F35-16433927B417}"/>
              </a:ext>
            </a:extLst>
          </p:cNvPr>
          <p:cNvSpPr/>
          <p:nvPr/>
        </p:nvSpPr>
        <p:spPr>
          <a:xfrm>
            <a:off x="3635732" y="1779188"/>
            <a:ext cx="5029641" cy="1127919"/>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4" name="Rectangle: Rounded Corners 3">
            <a:extLst>
              <a:ext uri="{FF2B5EF4-FFF2-40B4-BE49-F238E27FC236}">
                <a16:creationId xmlns:a16="http://schemas.microsoft.com/office/drawing/2014/main" id="{CA558D10-DCEE-9730-E328-8EDC9EA78D52}"/>
              </a:ext>
            </a:extLst>
          </p:cNvPr>
          <p:cNvSpPr/>
          <p:nvPr/>
        </p:nvSpPr>
        <p:spPr>
          <a:xfrm>
            <a:off x="3635731" y="3002953"/>
            <a:ext cx="5029641" cy="1251546"/>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207" name="Google Shape;133;p25"/>
          <p:cNvSpPr txBox="1">
            <a:spLocks noGrp="1"/>
          </p:cNvSpPr>
          <p:nvPr>
            <p:ph type="body" idx="1"/>
          </p:nvPr>
        </p:nvSpPr>
        <p:spPr>
          <a:xfrm>
            <a:off x="3714227" y="629283"/>
            <a:ext cx="4716195" cy="3669030"/>
          </a:xfrm>
          <a:prstGeom prst="rect">
            <a:avLst/>
          </a:prstGeom>
        </p:spPr>
        <p:txBody>
          <a:bodyPr spcFirstLastPara="1" vert="horz" lIns="91440" tIns="45720" rIns="91440" bIns="45720" rtlCol="0" anchor="ctr" anchorCtr="0">
            <a:normAutofit lnSpcReduction="10000"/>
          </a:bodyPr>
          <a:lstStyle/>
          <a:p>
            <a:pPr marL="0" lvl="0" indent="0" defTabSz="457200">
              <a:lnSpc>
                <a:spcPct val="90000"/>
              </a:lnSpc>
              <a:spcBef>
                <a:spcPct val="20000"/>
              </a:spcBef>
              <a:spcAft>
                <a:spcPts val="600"/>
              </a:spcAft>
              <a:buSzPct val="80000"/>
              <a:buNone/>
            </a:pPr>
            <a:r>
              <a:rPr lang="en-US" sz="1100" b="1" dirty="0">
                <a:solidFill>
                  <a:schemeClr val="tx1"/>
                </a:solidFill>
              </a:rPr>
              <a:t>Safety</a:t>
            </a:r>
          </a:p>
          <a:p>
            <a:pPr marL="171450" lvl="0" indent="-171450" defTabSz="457200">
              <a:lnSpc>
                <a:spcPct val="90000"/>
              </a:lnSpc>
              <a:spcBef>
                <a:spcPct val="20000"/>
              </a:spcBef>
              <a:spcAft>
                <a:spcPts val="600"/>
              </a:spcAft>
              <a:buSzPct val="80000"/>
              <a:buFont typeface="Wingdings" panose="05000000000000000000" pitchFamily="2" charset="2"/>
              <a:buChar char="Ø"/>
            </a:pPr>
            <a:r>
              <a:rPr lang="en-US" sz="1100" dirty="0">
                <a:solidFill>
                  <a:schemeClr val="tx1"/>
                </a:solidFill>
              </a:rPr>
              <a:t>The system should operate without posing risk to users.</a:t>
            </a:r>
            <a:br>
              <a:rPr lang="en-US" sz="1100" dirty="0">
                <a:solidFill>
                  <a:schemeClr val="tx1"/>
                </a:solidFill>
              </a:rPr>
            </a:br>
            <a:r>
              <a:rPr lang="en-US" sz="1100" dirty="0">
                <a:solidFill>
                  <a:schemeClr val="tx1"/>
                </a:solidFill>
              </a:rPr>
              <a:t>pets or local wildlife.</a:t>
            </a:r>
            <a:br>
              <a:rPr lang="en-US" sz="1100" dirty="0">
                <a:solidFill>
                  <a:schemeClr val="tx1"/>
                </a:solidFill>
              </a:rPr>
            </a:br>
            <a:r>
              <a:rPr lang="en-US" sz="1100" dirty="0">
                <a:solidFill>
                  <a:schemeClr val="tx1"/>
                </a:solidFill>
              </a:rPr>
              <a:t> All electrical and battery parts should be protected to prevent any shocks or fire from happening.</a:t>
            </a:r>
          </a:p>
          <a:p>
            <a:pPr marL="0" indent="0" defTabSz="457200">
              <a:lnSpc>
                <a:spcPct val="90000"/>
              </a:lnSpc>
              <a:spcBef>
                <a:spcPct val="20000"/>
              </a:spcBef>
              <a:spcAft>
                <a:spcPts val="600"/>
              </a:spcAft>
              <a:buSzPct val="80000"/>
              <a:buNone/>
            </a:pPr>
            <a:endParaRPr lang="en-US" sz="1100" b="1" dirty="0">
              <a:solidFill>
                <a:schemeClr val="tx1"/>
              </a:solidFill>
            </a:endParaRPr>
          </a:p>
          <a:p>
            <a:pPr marL="0" indent="0" defTabSz="457200">
              <a:lnSpc>
                <a:spcPct val="90000"/>
              </a:lnSpc>
              <a:spcBef>
                <a:spcPct val="20000"/>
              </a:spcBef>
              <a:spcAft>
                <a:spcPts val="600"/>
              </a:spcAft>
              <a:buSzPct val="80000"/>
              <a:buNone/>
            </a:pPr>
            <a:r>
              <a:rPr lang="en-US" sz="1100" b="1" dirty="0">
                <a:solidFill>
                  <a:schemeClr val="tx1"/>
                </a:solidFill>
              </a:rPr>
              <a:t>Usability</a:t>
            </a:r>
          </a:p>
          <a:p>
            <a:pPr marL="285750" lvl="0" indent="-285750" defTabSz="457200">
              <a:lnSpc>
                <a:spcPct val="90000"/>
              </a:lnSpc>
              <a:spcBef>
                <a:spcPct val="20000"/>
              </a:spcBef>
              <a:spcAft>
                <a:spcPts val="600"/>
              </a:spcAft>
              <a:buSzPct val="80000"/>
              <a:buFont typeface="Wingdings" panose="05000000000000000000" pitchFamily="2" charset="2"/>
              <a:buChar char="Ø"/>
            </a:pPr>
            <a:r>
              <a:rPr lang="en-US" sz="1100" dirty="0">
                <a:solidFill>
                  <a:schemeClr val="tx1"/>
                </a:solidFill>
              </a:rPr>
              <a:t>The system should be easy to operate and understand.</a:t>
            </a:r>
            <a:br>
              <a:rPr lang="en-US" sz="1100" dirty="0">
                <a:solidFill>
                  <a:schemeClr val="tx1"/>
                </a:solidFill>
              </a:rPr>
            </a:br>
            <a:r>
              <a:rPr lang="en-US" sz="1100" dirty="0">
                <a:solidFill>
                  <a:schemeClr val="tx1"/>
                </a:solidFill>
              </a:rPr>
              <a:t> Optional commands to enhance the user experience and improve the product as the user becomes familiar with it.</a:t>
            </a:r>
            <a:br>
              <a:rPr lang="en-US" sz="1100" dirty="0">
                <a:solidFill>
                  <a:schemeClr val="tx1"/>
                </a:solidFill>
              </a:rPr>
            </a:br>
            <a:r>
              <a:rPr lang="en-US" sz="1100" dirty="0">
                <a:solidFill>
                  <a:schemeClr val="tx1"/>
                </a:solidFill>
              </a:rPr>
              <a:t> The system should be able to provide some feedback to the user about the waste level.</a:t>
            </a:r>
          </a:p>
          <a:p>
            <a:pPr marL="0" lvl="0" indent="0" defTabSz="457200">
              <a:lnSpc>
                <a:spcPct val="90000"/>
              </a:lnSpc>
              <a:spcBef>
                <a:spcPct val="20000"/>
              </a:spcBef>
              <a:spcAft>
                <a:spcPts val="600"/>
              </a:spcAft>
              <a:buSzPct val="80000"/>
              <a:buNone/>
            </a:pPr>
            <a:endParaRPr lang="en-US" sz="1100" b="1" dirty="0">
              <a:solidFill>
                <a:schemeClr val="tx1"/>
              </a:solidFill>
            </a:endParaRPr>
          </a:p>
          <a:p>
            <a:pPr marL="0" lvl="0" indent="0" defTabSz="457200">
              <a:lnSpc>
                <a:spcPct val="90000"/>
              </a:lnSpc>
              <a:spcBef>
                <a:spcPct val="20000"/>
              </a:spcBef>
              <a:spcAft>
                <a:spcPts val="600"/>
              </a:spcAft>
              <a:buSzPct val="80000"/>
              <a:buNone/>
            </a:pPr>
            <a:r>
              <a:rPr lang="en-US" sz="1100" b="1" dirty="0">
                <a:solidFill>
                  <a:schemeClr val="tx1"/>
                </a:solidFill>
              </a:rPr>
              <a:t>Reliability</a:t>
            </a:r>
          </a:p>
          <a:p>
            <a:pPr marL="171450" lvl="0" indent="-171450" defTabSz="457200">
              <a:lnSpc>
                <a:spcPct val="90000"/>
              </a:lnSpc>
              <a:spcBef>
                <a:spcPct val="20000"/>
              </a:spcBef>
              <a:spcAft>
                <a:spcPts val="600"/>
              </a:spcAft>
              <a:buSzPct val="80000"/>
              <a:buFont typeface="Wingdings" panose="05000000000000000000" pitchFamily="2" charset="2"/>
              <a:buChar char="Ø"/>
            </a:pPr>
            <a:r>
              <a:rPr lang="en-US" sz="1100" dirty="0">
                <a:solidFill>
                  <a:schemeClr val="tx1"/>
                </a:solidFill>
              </a:rPr>
              <a:t>The system should function consistently with minimal intervention.</a:t>
            </a:r>
            <a:br>
              <a:rPr lang="en-US" sz="1100" dirty="0">
                <a:solidFill>
                  <a:schemeClr val="tx1"/>
                </a:solidFill>
              </a:rPr>
            </a:br>
            <a:r>
              <a:rPr lang="en-US" sz="1100" dirty="0">
                <a:solidFill>
                  <a:schemeClr val="tx1"/>
                </a:solidFill>
              </a:rPr>
              <a:t> The system should move smoothly and avoid any obstacle in its path.</a:t>
            </a:r>
            <a:br>
              <a:rPr lang="en-US" sz="1100" dirty="0">
                <a:solidFill>
                  <a:schemeClr val="tx1"/>
                </a:solidFill>
              </a:rPr>
            </a:br>
            <a:r>
              <a:rPr lang="en-US" sz="1100" dirty="0">
                <a:solidFill>
                  <a:schemeClr val="tx1"/>
                </a:solidFill>
              </a:rPr>
              <a:t> The system should be able to handle different terrains without getting stuck.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11C81FD-FBDD-FE67-A071-702CFF5F4027}"/>
              </a:ext>
            </a:extLst>
          </p:cNvPr>
          <p:cNvSpPr/>
          <p:nvPr/>
        </p:nvSpPr>
        <p:spPr>
          <a:xfrm>
            <a:off x="7321550" y="1502358"/>
            <a:ext cx="1510750" cy="2707692"/>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5" name="Rectangle: Rounded Corners 4">
            <a:extLst>
              <a:ext uri="{FF2B5EF4-FFF2-40B4-BE49-F238E27FC236}">
                <a16:creationId xmlns:a16="http://schemas.microsoft.com/office/drawing/2014/main" id="{76AE7837-931C-4E2B-34FF-3614389C4E24}"/>
              </a:ext>
            </a:extLst>
          </p:cNvPr>
          <p:cNvSpPr/>
          <p:nvPr/>
        </p:nvSpPr>
        <p:spPr>
          <a:xfrm>
            <a:off x="5569087" y="1506829"/>
            <a:ext cx="1510750" cy="2707692"/>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3" name="Rectangle: Rounded Corners 2">
            <a:extLst>
              <a:ext uri="{FF2B5EF4-FFF2-40B4-BE49-F238E27FC236}">
                <a16:creationId xmlns:a16="http://schemas.microsoft.com/office/drawing/2014/main" id="{33C1D70A-BB9B-E8F2-C9D1-B424585E071F}"/>
              </a:ext>
            </a:extLst>
          </p:cNvPr>
          <p:cNvSpPr/>
          <p:nvPr/>
        </p:nvSpPr>
        <p:spPr>
          <a:xfrm>
            <a:off x="2057950" y="1506829"/>
            <a:ext cx="1510750" cy="2707692"/>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2" name="Rectangle: Rounded Corners 1">
            <a:extLst>
              <a:ext uri="{FF2B5EF4-FFF2-40B4-BE49-F238E27FC236}">
                <a16:creationId xmlns:a16="http://schemas.microsoft.com/office/drawing/2014/main" id="{E45CCCF3-1D87-6A66-3A5F-B1C96E1C2080}"/>
              </a:ext>
            </a:extLst>
          </p:cNvPr>
          <p:cNvSpPr/>
          <p:nvPr/>
        </p:nvSpPr>
        <p:spPr>
          <a:xfrm>
            <a:off x="311700" y="1506829"/>
            <a:ext cx="1510750" cy="2707692"/>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sp>
        <p:nvSpPr>
          <p:cNvPr id="138" name="Google Shape;138;p2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 Constraints</a:t>
            </a:r>
            <a:endParaRPr/>
          </a:p>
        </p:txBody>
      </p:sp>
      <p:sp>
        <p:nvSpPr>
          <p:cNvPr id="4" name="Rectangle: Rounded Corners 3">
            <a:extLst>
              <a:ext uri="{FF2B5EF4-FFF2-40B4-BE49-F238E27FC236}">
                <a16:creationId xmlns:a16="http://schemas.microsoft.com/office/drawing/2014/main" id="{2F6AD50A-4D81-738F-7521-EC42D821FCCA}"/>
              </a:ext>
            </a:extLst>
          </p:cNvPr>
          <p:cNvSpPr/>
          <p:nvPr/>
        </p:nvSpPr>
        <p:spPr>
          <a:xfrm>
            <a:off x="3816625" y="1506829"/>
            <a:ext cx="1510750" cy="2707692"/>
          </a:xfrm>
          <a:prstGeom prst="roundRect">
            <a:avLst>
              <a:gd name="adj" fmla="val 10000"/>
            </a:avLst>
          </a:prstGeom>
          <a:ln>
            <a:solidFill>
              <a:schemeClr val="tx1"/>
            </a:solidFill>
          </a:ln>
        </p:spPr>
        <p:style>
          <a:lnRef idx="0">
            <a:schemeClr val="accent1"/>
          </a:lnRef>
          <a:fillRef idx="3">
            <a:schemeClr val="accent1"/>
          </a:fillRef>
          <a:effectRef idx="3">
            <a:schemeClr val="accent1"/>
          </a:effectRef>
          <a:fontRef idx="minor">
            <a:schemeClr val="lt1"/>
          </a:fontRef>
        </p:style>
        <p:txBody>
          <a:bodyPr/>
          <a:lstStyle/>
          <a:p>
            <a:endParaRPr lang="en-US" dirty="0"/>
          </a:p>
        </p:txBody>
      </p:sp>
      <p:graphicFrame>
        <p:nvGraphicFramePr>
          <p:cNvPr id="141" name="Google Shape;139;p26">
            <a:extLst>
              <a:ext uri="{FF2B5EF4-FFF2-40B4-BE49-F238E27FC236}">
                <a16:creationId xmlns:a16="http://schemas.microsoft.com/office/drawing/2014/main" id="{94B5D004-0075-4FC9-C205-C76762CAF0FB}"/>
              </a:ext>
            </a:extLst>
          </p:cNvPr>
          <p:cNvGraphicFramePr/>
          <p:nvPr>
            <p:extLst>
              <p:ext uri="{D42A27DB-BD31-4B8C-83A1-F6EECF244321}">
                <p14:modId xmlns:p14="http://schemas.microsoft.com/office/powerpoint/2010/main" val="3509248450"/>
              </p:ext>
            </p:extLst>
          </p:nvPr>
        </p:nvGraphicFramePr>
        <p:xfrm>
          <a:off x="311700" y="1152475"/>
          <a:ext cx="85206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Shape 143"/>
        <p:cNvGrpSpPr/>
        <p:nvPr/>
      </p:nvGrpSpPr>
      <p:grpSpPr>
        <a:xfrm>
          <a:off x="0" y="0"/>
          <a:ext cx="0" cy="0"/>
          <a:chOff x="0" y="0"/>
          <a:chExt cx="0" cy="0"/>
        </a:xfrm>
      </p:grpSpPr>
      <p:grpSp>
        <p:nvGrpSpPr>
          <p:cNvPr id="161" name="Group 160">
            <a:extLst>
              <a:ext uri="{FF2B5EF4-FFF2-40B4-BE49-F238E27FC236}">
                <a16:creationId xmlns:a16="http://schemas.microsoft.com/office/drawing/2014/main" id="{6CC7770B-E4E1-42D6-9437-DAA4A3A9E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222498"/>
            <a:ext cx="2236395" cy="2406650"/>
            <a:chOff x="9206969" y="2963333"/>
            <a:chExt cx="2981858" cy="3208867"/>
          </a:xfrm>
        </p:grpSpPr>
        <p:cxnSp>
          <p:nvCxnSpPr>
            <p:cNvPr id="151" name="Straight Connector 150">
              <a:extLst>
                <a:ext uri="{FF2B5EF4-FFF2-40B4-BE49-F238E27FC236}">
                  <a16:creationId xmlns:a16="http://schemas.microsoft.com/office/drawing/2014/main" id="{5A26DE5B-A1A6-4746-8EF7-4D6809ED75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377A3DDA-BF17-4302-867E-EBFD777B0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CBE30704-4227-4B7B-BDB8-BFCF39086F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B923B1E7-AEA4-42D8-8F4A-9D116F2966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321B6244-6EAE-442C-ACCF-8146103EC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62" name="Rectangle 161">
            <a:extLst>
              <a:ext uri="{FF2B5EF4-FFF2-40B4-BE49-F238E27FC236}">
                <a16:creationId xmlns:a16="http://schemas.microsoft.com/office/drawing/2014/main" id="{56D131F1-A2D1-4005-A4D4-3E6CED0BF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44" name="Google Shape;144;p27"/>
          <p:cNvSpPr txBox="1">
            <a:spLocks noGrp="1"/>
          </p:cNvSpPr>
          <p:nvPr>
            <p:ph type="title"/>
          </p:nvPr>
        </p:nvSpPr>
        <p:spPr>
          <a:xfrm>
            <a:off x="513159" y="3599257"/>
            <a:ext cx="6952059" cy="86645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600">
                <a:solidFill>
                  <a:srgbClr val="FFFFFF"/>
                </a:solidFill>
              </a:rPr>
              <a:t>Final Problem Statement</a:t>
            </a:r>
          </a:p>
        </p:txBody>
      </p:sp>
      <p:sp>
        <p:nvSpPr>
          <p:cNvPr id="163" name="Snip Diagonal Corner Rectangle 21">
            <a:extLst>
              <a:ext uri="{FF2B5EF4-FFF2-40B4-BE49-F238E27FC236}">
                <a16:creationId xmlns:a16="http://schemas.microsoft.com/office/drawing/2014/main" id="{81A7082F-8898-45F9-9051-28EFBA30F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3429000"/>
          </a:xfrm>
          <a:prstGeom prst="snip2DiagRect">
            <a:avLst>
              <a:gd name="adj1" fmla="val 0"/>
              <a:gd name="adj2" fmla="val 0"/>
            </a:avLst>
          </a:prstGeom>
          <a:solidFill>
            <a:schemeClr val="tx1">
              <a:alpha val="3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Google Shape;145;p27"/>
          <p:cNvSpPr txBox="1">
            <a:spLocks noGrp="1"/>
          </p:cNvSpPr>
          <p:nvPr>
            <p:ph type="body" idx="1"/>
          </p:nvPr>
        </p:nvSpPr>
        <p:spPr>
          <a:xfrm>
            <a:off x="513159" y="514350"/>
            <a:ext cx="7322470" cy="2711450"/>
          </a:xfrm>
          <a:prstGeom prst="rect">
            <a:avLst/>
          </a:prstGeom>
        </p:spPr>
        <p:txBody>
          <a:bodyPr spcFirstLastPara="1" vert="horz" lIns="91440" tIns="45720" rIns="91440" bIns="45720" rtlCol="0" anchor="ctr" anchorCtr="0">
            <a:normAutofit/>
          </a:bodyPr>
          <a:lstStyle/>
          <a:p>
            <a:pPr marL="0" lvl="0" indent="0" defTabSz="457200">
              <a:spcBef>
                <a:spcPct val="20000"/>
              </a:spcBef>
              <a:spcAft>
                <a:spcPts val="600"/>
              </a:spcAft>
              <a:buSzPct val="80000"/>
              <a:buFont typeface="Wingdings 3" panose="05040102010807070707" pitchFamily="18" charset="2"/>
              <a:buChar char=""/>
            </a:pPr>
            <a:r>
              <a:rPr lang="en-US"/>
              <a:t>This project aims to design an autonomous waste monitoring and relocation system that addresses inefficiencies in manual waste handling while improving safety, usability, and reliability. The system should reduce physical effort and safety risks for users with limited mobility, support independent operation, and provide consistent, data-informed waste handling behavior in residential and assisted-living environments.</a:t>
            </a:r>
          </a:p>
          <a:p>
            <a:pPr marL="0" lvl="0" indent="0" defTabSz="457200">
              <a:spcBef>
                <a:spcPct val="20000"/>
              </a:spcBef>
              <a:spcAft>
                <a:spcPts val="600"/>
              </a:spcAft>
              <a:buSzPct val="80000"/>
              <a:buFont typeface="Wingdings 3" panose="05040102010807070707" pitchFamily="18" charset="2"/>
              <a:buChar char=""/>
            </a:pPr>
            <a:r>
              <a:rPr lang="en-US"/>
              <a:t>The objectives identified through this need specific and analysis provide the foundation for defining the specifications and requirements to ensure the project solves a real world problem.</a:t>
            </a: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46</TotalTime>
  <Words>1626</Words>
  <Application>Microsoft Office PowerPoint</Application>
  <PresentationFormat>On-screen Show (16:9)</PresentationFormat>
  <Paragraphs>86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Wingdings</vt:lpstr>
      <vt:lpstr>Wingdings 3</vt:lpstr>
      <vt:lpstr>Slice</vt:lpstr>
      <vt:lpstr>PowerPoint Presentation</vt:lpstr>
      <vt:lpstr>Project Abstract</vt:lpstr>
      <vt:lpstr>Executive Summary</vt:lpstr>
      <vt:lpstr>Original Problem Statement</vt:lpstr>
      <vt:lpstr>Project Objectives</vt:lpstr>
      <vt:lpstr>System Need Specifications</vt:lpstr>
      <vt:lpstr>Design Assumptions &amp; Limitations</vt:lpstr>
      <vt:lpstr>Target Operating Environments</vt:lpstr>
      <vt:lpstr>Intended Users &amp; Uses</vt:lpstr>
      <vt:lpstr>Project Purpose and Client Needs</vt:lpstr>
      <vt:lpstr>Identified Attributes</vt:lpstr>
      <vt:lpstr>Grouped Design Objectives</vt:lpstr>
      <vt:lpstr>Project Constraints</vt:lpstr>
      <vt:lpstr>Final Problem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Brandan Gerbers</dc:creator>
  <cp:lastModifiedBy>Brandan Gerbers</cp:lastModifiedBy>
  <cp:revision>2</cp:revision>
  <dcterms:modified xsi:type="dcterms:W3CDTF">2026-02-11T02:44:37Z</dcterms:modified>
</cp:coreProperties>
</file>